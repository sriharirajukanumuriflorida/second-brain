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AI Solution Architecture — Applied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Turning a vague enterprise AI request into a defensible one-page architecture, ADR bundle, capacity model, and failure-mode hand-off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AI Architecture · Week 19b · Week 19b — AI Solution Architecture · Applied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Turn a vague enterprise AI ask into a clarified problem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Map current state and future state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Draw a C4 Container architecture for RAG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Defend decisions with ADRs, capacity math, and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Solution Architecture — Applied · AI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Worked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Insurance underwriting assistant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40k policy docs, 15 years memos, 3 regulatory feeds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Embedded in existing web app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Auditability and no third-party data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Solution Architecture — Applied · AI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First 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Do not draw first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Ask users, workflow, data, success, constraints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Find launch blockers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Translate discovery into architecture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Solution Architecture — Applied · AI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Search document store manually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Check Policy Admin effective dates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Ask senior underwriters in chat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 notes are copy-pasted and inconsistent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Solution Architecture — Applied · AI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Future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AI panel in underwriter app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Entitlement-filtered retrieval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Cited GPT-4o answer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Low confidence goes to human review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 event for every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Solution Architecture — Applied · AI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Container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Underwriter Web App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AI Assistant API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 Registry and Guardrails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Azure Postgres pgvector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Azure OpenAI, Blob audit, App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Solution Architecture — Applied · AI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RAG Request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Azure AD auth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Metadata and vector retrieval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 assembly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Model call with content filter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Guardrails, audit, citations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Solution Architecture — Applied · AI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ADR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RAG versus fine-tune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Azure OpenAI versus other clouds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pgvector versus Pinecone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LLM provider port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Synchronous streaming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Solution Architecture — Applied · AI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Capacity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50 users * 40 q/day = 2,000 q/day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1,500 input + 800 output tokens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~$23.50/day generation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~$517/month at 22 business days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Vector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40k docs * 10 chunks = 400k chunks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1536 dims * 4 bytes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Raw vectors about 2.46 GB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Plan 2x to 4x with index and metadata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Solution Architecture — Applied · AI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Latency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Auth 100 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Retrieval and rerank 700 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First token 2 seconds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Streaming 4.5 seconds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Guardrails and audit 400 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Solution Architecture — Applied · AI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Provider outage -&gt; cached answers and human review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Hallucination -&gt; refuse and escalate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Retrieval regression -&gt; canary eval gate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PII leak -&gt; data boundary controls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Cost blowup -&gt; quotas and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Solution Architecture — Applied · AI Architecture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Hand-Off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One-page diagram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ADR bundle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Capacity spreadsheet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Risk register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Evaluation plan and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Solution Architecture — Applied · AI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