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Cloud Architecture &amp; Deployment — Reference Patterns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Cloud AI platforms, compute choices, containers, Kubernetes, IaC, secrets, and AI-aware release discipline for enterprise deployments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20a · Week 20a — Cloud Architecture &amp; Deployment · Reference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Azure OpenAI, Bedrock, and Vertex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compute for AI backends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container/Kubernetes production hygiene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AI-aware deployment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Cloud AI is capacity + residency + identity + rollout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endpoint is not the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Image, prompt, model, and index move separately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Private network and quotas are design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Platform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AI Foundry / Azure OpenAI: Azure-first default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AWS Bedrock: AWS-native catalog + provisioned throughput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Google Vertex AI: Gemini + Model Garden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model, region, network, quota,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Capacity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Standard: pay-as-you-go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PTU: reserved predictable throughput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Bedrock Provisioned Throughput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Idle reservations can burn thousands/day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Compute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VMs: maximum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 Service: simple always-warm RAG API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Container Apps: scale-to-zero microservices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AKS: mesh, sidecars, GPU nodes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Functions/Lambda: event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Container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Multi-stage, pinned base, lockfiles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Non-root small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.dockerignore and no secrets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SBOM + vulnerability scan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Immutable registry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Kubernetes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Deployment, Service, Ingress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ConfigMap vs Secret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Requests, limits, HPA/KEDA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Liveness vs readiness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PodDisruptionBudget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FastAPI RAG Deployment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containers: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- name: rag-api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image: acr.azurecr.io/rag-api:sha-abc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readinessProbe: {httpGet: {path: /readyz, port: 8000}}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resources: {requests: {cpu: '1', memory: 2Gi}}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IaC and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Terraform for multi-cloud state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Bicep for Azure-native shops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Remote state + locking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Key Vault / Secrets Manager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Managed identity, not static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Pipeline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Build, test, scan, SBOM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Push immutable image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IaC plan and approval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 revision or slot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Smoke and telemetry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Release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Tuple: image + prompt + model + index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Canary latency, errors, groundedness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Rollback all four components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Zero-downtime index rebuild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Secret in image layer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Missing readiness probe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HPA thrash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GPU quota exhaustion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Unpinned base breaks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Deployment is customer-facing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Private endpoint to Azure OpenAI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PTU vs Standard cost defense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Region-lock data residency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Prompt/model/index rollback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Cloud Architecture &amp; Deployment — Reference Patterns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