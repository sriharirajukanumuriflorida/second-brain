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Cloud Architecture &amp; Deployment — Applied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Deploying the insurance-underwriter RAG assistant on Azure with private networking, IaC, identity, cost discipline, and release rollback 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20b · Week 20b — Cloud Architecture &amp; Deployment ·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Week 19b's architecture on Azure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services, network topology, and IaC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Defend identity, data-boundary, and cost controls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Release and roll back prompt/model/index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Scenario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Mid-size insurer already on Azure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40k policy docs, 15y memos, 3 regulatory feeds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50 underwriters baseline, 500 enterprise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Auditable and no third-party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Target Azure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Container Apps for FastAPI RAG service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GPT-4o +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Postgres Flexible Server + pgvector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Blob audit, Key Vault, Entra ID, App Insights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Front Door + ACR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Compliance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Prototype: public endpoints + IP restrictions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Production: Private Link mesh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Private DNS resolves service names privately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arbitrary public egress from RAG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Bicep vs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Bicep for Microsoft-native hand-off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Terraform for multi-cloud platform teams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Module per resource family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Parameter file per environment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config never hard-coded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Bicep-shaped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param environment string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param chatModelDeployment string = 'gpt-4o-prod'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param embeddingModelDeployment string = 'text-embedding-3-large-prod'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param promptRegistryBlobUrl string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param vectorIndexName string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module app 'containerapp.bicep' = { name: 'rag-${environment}'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Identity and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Container App managed identity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Key Vault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secrets in image or env literals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CMK for Blob/Postgres if required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Document every token/PII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through private endpoint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Disable public network access where supported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Egress allowlist only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Zero/limited retention model logging decision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Immutable Blob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50 users: 44k q/month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1.5k input + 800 output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400k chunks, 2.46 GB raw vectors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Log Analytics can rival model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and sampling are architecture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Scale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Baseline: ~$1.3k-$2.2k/month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Growth: ~$4k-$8k/month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Enterprise: ~$10k-$20k+/month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PTU evaluated around 200+ users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 alerts per cost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Pipeline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PR: pytest, ruff, eval regression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Main: build, scan, push to ACR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staging revision and smoke test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Manual prod approval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Canary 10/50/100 with auto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Release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prompt_version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model_deployment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index_version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Separate release lanes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Axis-aware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Evidence for audit and compliance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Predictable cost conversation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Rollback drill proves operability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Platform hand-off, not prototype theater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Applied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