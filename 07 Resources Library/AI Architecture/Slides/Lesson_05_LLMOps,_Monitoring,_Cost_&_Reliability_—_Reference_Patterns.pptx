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LLMOps, Monitoring, Cost &amp; Reliability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Production LLM operations: traces, eval-backed SLOs, token budgets, provider reliability, drift detection, and incident correction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22a · Week 22a — LLMOps, Monitoring, Cost &amp; Reliability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LLMOps vs classical SRE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RAG requests with AI attributes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eval-backed SLOs and error 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 token cost, quotas, and reliability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LLMOps = SRE + probabilistic behavior loop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prompt, model, index,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and cost are SLOs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incident feeds the eval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LLMOps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Registry: prompt/model/index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release tuple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traces, cost, quality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and collect feedback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Fix and redeploy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Classical SRE Misses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Prompt, model, and index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Hallucination despite 200 OK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 cost varies per request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regression gates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RAG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rag.query root span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retrieve, rerank, assemble, llm, validate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hash, model, docs, tokens,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Per-tenant trace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 Insights / Datadog / Grafana for infra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LangSmith and LangFuse for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Arize/WhyLabs for drift and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Weights &amp; Biases for experiment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SLO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Availability 99.9%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GPT-4o p95 about 2-4s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&gt;= 0.88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success &gt;= 0.97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Cost/request &lt;=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Error 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Quality burns budget too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Alert on trends, not single spikes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 vs baseline deltas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Golden sets need SME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Cost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tokens by user/tenant/feature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TPM/RPM and PTU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Per-request and tenant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Cheaper model fallback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10% users can drive 60%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Semantic Cache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 query, similarity lookup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Tenant-scoped only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Freshness and privacy risks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Poisoning invalidation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Retry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if status == 429: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sleep(parse_retry_after(resp) + jitter())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elif status in {502, 503, 504}: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sleep(exp_backoff_with_full_jitter(attempt))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else: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do_not_retry()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Reliability and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Circuit breakers around providers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Dual-provider fallback requires normalization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Embedding/query/index/model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 eval gate blocks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Auditability per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Chargeback by business unit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Rollback within 15 minutes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Predictable AI spend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Incidents become eval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Reference Patterns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