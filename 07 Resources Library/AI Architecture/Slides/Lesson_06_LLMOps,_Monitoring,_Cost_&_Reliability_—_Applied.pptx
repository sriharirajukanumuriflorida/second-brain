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LLMOps, Monitoring, Cost &amp; Reliability — Applied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Operating the deployed insurance-underwriter AI assistant with customer SLOs, traces, eval canaries, FinOps controls, drift response, and on-call runbooks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AI Architecture · Week 22b · Week 22b — LLMOps, Monitoring, Cost &amp; Reliability · Applied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Operate the deployed underwriting assistant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Negotiate customer-facing AI SLOs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Instrument RAG with safe OTel attributes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Control Azure OpenAI cost, quota, and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Scenario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19b: architecture for insurance underwriter assistant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20b: Azure deployment on Container Apps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 22b: production operation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Trust measured weekly, not promised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SLO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Availability ≥ 99.5%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p95 latency ≤ 6s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Groundedness ≥ 92%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Refusal ≤ 8%; hallucination ≤ 1%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Cost/query ≤ $0.08; tool success ≥ 98%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Error Budgets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Quality burns budget too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Monthly customer report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Freeze risky releases when exhausted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Dashboard: SLO cards, trends, cost,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Azure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Container Apps FastAPI RAG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Azure OpenAI GPT-4o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Postgres Flexible Server + pgvector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Blob audit, Key Vault, Entra ID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App Insights + Log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Instrumentation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Root span for every /query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Child spans: retrieve, rerank, generate, validate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OTLP to Application Insights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Nightly KQL materializes AI KPIs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Hourly eval agent replays 20 golden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Safe Span Attributes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ai.model, ai.prompt.version, ai.index.version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ai.retrieved.count, ai.retrieved.doc_ids  # hashed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ai.tokens.prompt, ai.tokens.completion, ai.cost.usd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ai.grounded.score, ai.tenant, ai.user_hash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Cost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50 * 40 * 22 = 44k questions/month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~2,500 tokens/query after context growth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~$473/month GPT-4o generation baseline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$3/user/day budget -&gt; $3,300/month envelope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Cache hit assumption: 18-25%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Standard vs PTU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Standard is cheaper at 50 users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PTU token break-even near hundreds of thousands of queries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At 200 users, consider PTU for p95 variance and quota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PTU is reliability capacity, not just discount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Drift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Query drift after regulatory change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Corpus drift from 500 docs/week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Silent model drift from GPT-4o snapshot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Detect with embeddings, eval replay, canaries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Bad answer flagged in UI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Blob audit record captured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Weekly SME triage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to golden set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Prompt/index/policy PR gated by 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Incident Runbooks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2am groundedness drop -&gt; rollback model/prompt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Runaway cost -&gt; slice tenant/prompt/token, throttle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Injection -&gt; audit, block, security escalation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Each incident adds eval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LLMOps is customer trust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Communicate impact, mitigation, prevention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Finance sees unit economics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Bad answers become tests and runbooks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LLMOps, Monitoring, Cost &amp; Reliability — Applied · AI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