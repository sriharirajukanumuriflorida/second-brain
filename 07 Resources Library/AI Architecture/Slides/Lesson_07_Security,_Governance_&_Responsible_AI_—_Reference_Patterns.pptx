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Security, Governance &amp; Responsible AI — Reference Patterns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Enterprise AI security patterns: LLM threat modeling, PII/DLP boundaries, ACL-safe retrieval, prompt-injection defenses, auditability, and Responsible AI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AI Architecture · Week 21a · Week 21a — Security, Governance &amp; Responsible AI · Reference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Threat-model LLM systems with OWASP + STRIDE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Design PII/DLP and data-boundary controls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Enforce per-user retrieval and tool authorization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Build injection defenses, auditability, and RAI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Reference Patterns · AI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AI security is boundaries around probabilistic behavior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User input, retrieved text, tool output, model output are untrusted zones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Controls must be enforceable and auditable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This layer decides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Reference Patterns · AI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OWASP LLM Top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LLM01 injection, LLM02 output handling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LLM03 poisoning, LLM05 supply chain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LLM04 DoS, LLM10 model theft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LLM06 disclosure, LLM07/08 tools and agency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LLM09 overreliance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Reference Patterns · AI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STRIDE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Spoofing: identity/tool impersonation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Tampering: injection, poisoning, supply chain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Repudiation: missing audit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Info disclosure: PII and prompt leakage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DoS/elevation: quotas and excessive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Reference Patterns · AI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PII and Data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Prompts, chunks, embeddings, logs, traces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Presidio, Comprehend PII, regex/entity hybrids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Mask, tokenize, hash, drop-record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Azure OpenAI retention/abuse-monitoring controls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GDPR Article 17 vector deletion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Reference Patterns · AI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Per-User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AuthN is not enough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ACL filters before vector top-k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RBAC plus ABAC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Per-tenant namespaces and caches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 calls inherit user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Reference Patterns · AI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Prompt Injection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Classifier: heuristic + model guard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System hierarchy and delimiters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Retrieved content is data, not commands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Canaries, rate limits, hidden-text stripping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Indirect injection is the enterprise scary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Reference Patterns · AI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Output Validation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class SafeAnswer(BaseModel):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answer: str | None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citations: list[str]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confidence: float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refused: bool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refuse low confidence; block canary leaks; never execute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Governance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 cards and data cards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Prompt/model/index registries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Immutable audit log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HITL for money, communications, record mutation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SR 11-7 and EU AI Act review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Reference Patterns · AI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Responsible AI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Fairness: eval slices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Reliability: golden sets and rollback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Privacy/security: DLP and least privilege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Transparency: citations and disclosures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Accountability: owners and approvals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Reference Patterns · AI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Tooling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Presidio, AWS Comprehend PII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Azure AI Content Safety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Nvidia NeMo Guardrails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LlamaGuard, PromptGuard, LangKit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MITRE ATLAS for adversary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Reference Patterns · AI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Indirect injection in policy PDF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ACL bypass after retrieval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PII leaked into embeddings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Missing prompt version in audit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RAI board rejects late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Reference Patterns · AI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Security evidence earns trust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Data boundaries unblock CISOs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RAI artifacts unblock legal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Go-live depends on controls, not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Reference Patterns · AI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