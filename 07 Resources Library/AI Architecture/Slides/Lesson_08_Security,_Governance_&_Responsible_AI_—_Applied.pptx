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Security, Governance &amp; Responsible AI — Applied</a:t>
            </a:r>
          </a:p>
          <a:p>
            <a:pPr>
              <a:defRPr sz="2200">
                <a:solidFill>
                  <a:srgbClr val="2196F3"/>
                </a:solidFill>
              </a:defRPr>
            </a:pPr>
            <a:r>
              <a:t>Taking the live insurance-underwriter AI assistant through enterprise security review, privacy engineering, model-risk governance, red-team testing, and go-live approval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5852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9900"/>
                </a:solidFill>
              </a:defRPr>
            </a:pPr>
            <a:r>
              <a:t>AI Architecture · Week 21b · Week 21b — Security, Governance &amp; Responsible AI · Applied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Prepare an enterprise SRB submission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Trace Azure data-flow controls end to end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Implement PII retention and erasure workflows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Land model-risk, RAI, prompt and tool governance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Pass red-team, pen-test, and go-live gates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Security, Governance &amp; Responsible AI — Applied · AI Architecture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Scenario Continuity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Week 19b: underwriter assistant architecture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Week 20b: Azure deployment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Week 21b: security/governance approval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Week 22b: operated with SLOs and runbooks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Goal: production data approval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Security, Governance &amp; Responsible AI — Applied · AI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SRB Submission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System context and prohibited uses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Data classification: PII + sensitive memos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STRIDE + OWASP LLM threat model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Trust boundaries on Azure topology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Control matrix with owner/evidence/status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Security, Governance &amp; Responsible AI — Applied · AI Architecture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Azure Trust Boundaries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Browser -&gt; Front Door TLS 1.2+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Front Door -&gt; Container App private origin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Managed identity -&gt; Key Vault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Private endpoints to OpenAI/Postgres/Blob/App Insights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No public egress from RAG service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Security, Governance &amp; Responsible AI — Applied · AI Architecture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Retrieval Authorization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Entra claims become ABAC filters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Postgres RLS by policy_region and line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Filter before vector top-k/rerank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US personal_auto cannot retrieve EU/commercial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Unauthorized text must never enter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Security, Governance &amp; Responsible AI — Applied · AI Architecture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Prompt and Output Boundaries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Presidio-style prompt-side redaction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Retrieved chunks wrapped as untrusted content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Azure OpenAI private endpoint + BYOK posture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JSON schema validation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Canary-token and PII output scan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Security, Governance &amp; Responsible AI — Applied · AI Architecture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PII and Retention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Names/DOBs -&gt; [NAME]/[DOB] before embedding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Vectors treated as derived sensitive data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Audit retained 7 years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Operational PII scrubbed after 90 days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Article 17 erasure removes chunks/caches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Security, Governance &amp; Responsible AI — Applied · AI Architecture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Model Risk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Tier 2 decision support, HITL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Owner, purpose, limitations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Validation evidence and monitoring plan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Retirement conditions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No autonomous binding/denial/pricing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Security, Governance &amp; Responsible AI — Applied · AI Architecture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Model Card + Data Card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Intended users and domain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Inputs, outputs, limitations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Evals by region/line/document type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Data sources, PII, quality issues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Allowed use and deletion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Security, Governance &amp; Responsible AI — Applied · AI Architecture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Prompt and Tool Approval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Prompt versions pass eval regression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RAI review: fairness, refusal, tone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Reviewer and timestamp in registry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Tool catalog with scopes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Policy Admin writes require senior approval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Security, Governance &amp; Responsible AI — Applied · AI Architecture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EU AI Act Posture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Insurance decision support for EU residents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Conservative high-risk posture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Risk management and data governance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Technical documentation and logs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Human oversight, robustness, cybersecurity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Security, Governance &amp; Responsible AI — Applied · AI Architecture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Red-Team and Pen-Test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Direct and indirect injection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Tool abuse and RLS bypass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PII exfiltration attempts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Trivy, SBOM, Checkov/tfsec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Private endpoint and WORM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Security, Governance &amp; Responsible AI — Applied · AI Architecture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FDE Angle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Security evidence unlocks go-live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Translate between CISO/DPO/CRO/model risk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Controls must have owners and evidence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Checklist determines traffic to 100%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Security, Governance &amp; Responsible AI — Applied · AI Architecture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