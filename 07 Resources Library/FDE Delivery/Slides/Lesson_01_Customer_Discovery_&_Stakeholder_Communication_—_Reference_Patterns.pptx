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Customer Discovery &amp; Stakeholder Communication — Reference Patterns</a:t>
            </a:r>
          </a:p>
          <a:p>
            <a:pPr>
              <a:defRPr sz="2200">
                <a:solidFill>
                  <a:srgbClr val="2196F3"/>
                </a:solidFill>
              </a:defRPr>
            </a:pPr>
            <a:r>
              <a:t>FDE discovery and executive communication patterns for turning ambiguous enterprise AI asks into signed, evaluable delivery plans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9900"/>
                </a:solidFill>
              </a:defRPr>
            </a:pPr>
            <a:r>
              <a:t>FDE Delivery · Week 23a · Week 23a — Customer Discovery &amp; Stakeholder Communication · Reference Patterns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Turn vague enterprise AI asks into actionable discovery briefs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Translate discovery into epics, stories, and AI acceptance criteria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Run MVP scoping and no conversations with tradeoff clarity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Write executive summaries and communicate risk without surprises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Customer Discovery &amp; Stakeholder Communication — Reference Patterns · FDE Delivery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Mental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FDE delivery starts before architecture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Ambiguity becomes commitments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Documents become executable constraints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Every proposal names metric, owner, risk, and next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Customer Discovery &amp; Stakeholder Communication — Reference Patterns · FDE Delivery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Eight Discovery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Business problem and user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Current workflow and data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Success criteria and constraints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Risks and must-not-breaks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No drawing until these are written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Customer Discovery &amp; Stakeholder Communication — Reference Patterns · FDE Delivery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Layered Interviews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30m executive sponsor for business framing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60m SME for workflow and exceptions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45m end user for pain and trust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30m data/security for constraints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30m engineering for integration surfaces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Customer Discovery &amp; Stakeholder Communication — Reference Patterns · FDE Delivery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JTBD and 5 Whys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When I am situation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I want to motivation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So I can expected outcome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5 Whys turns AI assistant into business cause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Surface ask is rarely the real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Customer Discovery &amp; Stakeholder Communication — Reference Patterns · FDE Delivery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Requirement Translation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Business ask to epic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Epic to features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Features to INVEST stories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Stories to functional plus observable criteria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AI eval criteria are acceptance criteria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Customer Discovery &amp; Stakeholder Communication — Reference Patterns · FDE Delivery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Definition of Done for AI PBI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Functional workflow works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Eval threshold passes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Prompt registered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Audit logged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Cost per call within budget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Customer Discovery &amp; Stakeholder Communication — Reference Patterns · FDE Delivery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MVP Scoping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MoSCoW with real cost annotations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RICE adapted with AI confidence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Signed Must, Should, Could, Won't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Cost, Quality, Time, Scope tradeoffs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No with an alternative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Customer Discovery &amp; Stakeholder Communication — Reference Patterns · FDE Delivery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Three 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Aggressive: higher scope and risk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Recommended: balanced inside timebox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Safe: narrower and more certain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Never one; rarely five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Executive chooses tradeoff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Customer Discovery &amp; Stakeholder Communication — Reference Patterns · FDE Delivery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Executive Writing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BLUF first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So what test on every paragraph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Situation, Complication, Question, Answer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90-second CTO read; 5-minute director read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Decision ask is explicit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Customer Discovery &amp; Stakeholder Communication — Reference Patterns · FDE Delivery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Demo Story Arc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Setup: user's world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Confrontation: pain and AI response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Resolution: measurable outcome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Avoid cool-tech trap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Eval numbers with every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Customer Discovery &amp; Stakeholder Communication — Reference Patterns · FDE Delivery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Risk and Stakeholders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Interest by Influence map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RACI for prompt, model, eval, incidents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Risk register with owner and review date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Pre-mortem as ritual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Three colors, one number, one sentence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Customer Discovery &amp; Stakeholder Communication — Reference Patterns · FDE Delivery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FDE Angle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Technical work is table stakes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Discovery creates signed problem and scope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Communication turns work into decisions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Biweekly loop prevents surprises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Trust is an operating cadence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Customer Discovery &amp; Stakeholder Communication — Reference Patterns · FDE Delivery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