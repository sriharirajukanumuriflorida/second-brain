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Discovery &amp; Stakeholder Communication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Rewinding the insurance-underwriter AI assistant engagement to the discovery, scope, executive approval, and stakeholder communication craft that made delivery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FDE Delivery · Week 23b · Week 23b — Customer Discovery &amp; Stakeholder Communication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 discovery before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Translate findings into epics, PBIs, and eval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Negotiate MVP scope with executive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Communicate risk through the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Scenario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19b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20b Azure deployment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21b SRB/governance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22b LLMOps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23b rewinds to human FDE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Initial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'We want an AI assistant for underwriters'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a requirement yet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FDE asks metric, workflow, data, constraints,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Real goal: 4h to 90m quote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Stakeholder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CUO sponsor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 senior underwriter SMEs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25 end users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CISO, DPO, platform lead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Procurement, CFO, 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Discovery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60% of day is search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15 years memos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40k policy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 regulatory feeds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DPO: no third-party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Discovery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Business problem and JTBD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 SMART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Constraints: Azure-only, region, Guidewire, $850k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Pre-mortem risks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Interest x Influence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Requirements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10 epics from workflow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PBIs include functional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PBIs include eval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Non-functional stories: latency, cost, audit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Definition of done includes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MVP Scoping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14 customer-requested features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RICE-for-AI scoring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MoSCoW under 6 months and $850k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Signed no list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Automatic decisions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Three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Complete Vision: $1.2M, 9 months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 Balanced MVP: $780k, 6 months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 Foundation Only: $480k, 4 months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Customer chose B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framework funded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BLUF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Situation, Complication, Question,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Recommendation and rejected options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 cost $3,300/month baseline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and audit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Story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Setup: real Tuesday search pain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Confrontation: 45-second cited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Resolution: 4h to 90m target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&gt;= 92% shown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 demoed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Engagement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Weekly 30m CUO steering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Biweekly SME golden-set session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Monthly risk committee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Same-day notes on hard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No-surprise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Discovery makes architecture succeed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is a delivery tool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Numbers beat shiny demos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Handoff proves engagement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Applied · FDE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