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Capstone FDE Portfolio Project — Reference Patterns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Portfolio-grade capstone craft: repo evidence, evaluation credibility, deployment handoff, risk posture, and interview-ready narrative for enterprise AI FDE roles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FDE Delivery · Week 24a · Week 24a — Capstone FDE Portfolio Project · Reference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Define what an FDE capstone must prove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Assemble the ten canonical deliverables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Make the repo handoff-ready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Build a credible evaluation story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Tell the portfolio narrative in interviews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Reference Patterns · FDE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Capstone is a trust artifact first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Problem to architecture to AI system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Deployment to evaluation to business value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Three reviewers need different evidence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Handoff-ready beats impressive-only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Reference Patterns · FDE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One-Sentence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 with business outcome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Name user and baseline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State eval or target threshold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Avoid tech-stack-first framing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Make the claim testable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Reference Patterns · FDE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Four Readiness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5-minute README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Demo without magic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Handoff-ready operation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Multi-audience evidence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numbers means no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Reference Patterns · FDE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Ten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Repo, README, architecture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API docs and prompt contract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 report and demo video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Deployment guide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Risk checklist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Reference Patterns · FDE Delivery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Great vs Average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Generated diagram vs JPEG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OpenAPI vs undocumented routes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registry vs strings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Regression chart vs vibes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Roadmap rationale vs wishlist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Reference Patterns · FDE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Repo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docs, src, prompts, evals, infra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tests and GitHub workflows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Makefile targets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ADRs and risk register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Hexagonal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Reference Patterns · FDE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Makefile Bar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make setup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make test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make eval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make run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make deploy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# reviewer succeeds in &lt;= 15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Evaluation 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100-500 golden examples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Deterministic + LLM-judge rubric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Groundedness and citations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Regression across prompt/model/index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Publish sampled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Reference Patterns · FDE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Prompt and Eval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contract has schema and safety rules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Changelog names quality and cost deltas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 report has tables and charts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Rollback candidates are visible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Numbers are first-class artifacts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Reference Patterns · FDE Delivery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README and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BLUF in first paragraph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Chart, GIF, eval table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3-minute video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Setup, confrontation, resolution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Outcome over UI tour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Reference Patterns · FDE Delivery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Interview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Five hardest problems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Three tradeoffs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Three failure modes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What you would do differently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 not over- or under-claim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Reference Patterns · FDE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Converts 24 weeks into evidence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Customer engagement rehearsal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Trust comes from reproducibility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Failures prove maturity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Handoff closes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Capstone FDE Portfolio Project — Reference Patterns · FDE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