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Capstone FDE Portfolio Project — Applied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Building the final FDE capstone: an Enterprise AI SDLC Assistant that converts requirement documents into cited, schema-validated epics, features, PBIs, and tests with eval, ops, security, and portfolio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FDE Delivery · Week 24b · Week 24b — Capstone FDE Portfolio Project · Applied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Build the final FDE capstone artifact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Instantiate SDLC Assistant across ten deliverables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Prove quality with prompt contracts and evals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Tell the portfolio story in interviews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Applied · FDE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BLUF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3-5 days to 4 hours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~$0.15/PBI all-in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Jira/Azure DevOps-ready JSON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Groundedness ≥ 90% on 250-item golden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Applied · FDE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Fresh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Enterprise AI SDLC Assistant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Requirements docs -&gt; epics/features/PBIs/tests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 project knowledge and citations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Human review before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Applied · FDE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Discovery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Product/Engineering/QA leads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JTBD: review decisions, not transcribe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5 SMART criteria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Stakeholders: PO, EM, QA, Platform, Compliance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Constraints: Jira, no code to third parties, cost 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Applied · FDE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MVP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Must: upload, ingest, generate, cite, validate, review, log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Should: API, dashboard, prompt registry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Could: batch and theming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Won't: automatic Jira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Applied · FDE Delivery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FastAPI + Pydantic v2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Postgres + pgvector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OpenAI behind LLMProvider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Guardrails, queue, eval, OTel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Bicep +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Applied · FDE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Prompt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generate_epic.v1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Epic output schema with citations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generate_functional_test.v2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Negative-path improvement +2pp groundedness, -8%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Prompts registered as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Applied · FDE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250 golden items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Schema and citation checks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Groundedness LLM-judge rubric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PBI semantic precision/recall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Test quality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Applied · FDE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Regression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v1: 78% groundedness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v2: 84% but +15% cost -&gt; HOLD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v3: 86% at v1 cost -&gt; PROMOTE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PROMOTE/HOLD/ROLLBACK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Applied · FDE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Deploy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make setup/test/eval/run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make deploy to Azure Container Apps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OAuth/OIDC JWT and RBAC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PII redaction and injection defense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request/response/prompt/model/cost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Applied · FDE Delivery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50 epic runs/day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750 PBIs/day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raw tokens about $0.013/PBI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all-in metered target $0.15/PBI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PTU not pilot-economical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Applied · FDE Delivery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Portfolio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README BLUF and eval table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3-minute demo arc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90-second interview pitch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Hard problems and tradeoffs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Roadmap v2/v3/v4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Applied · FDE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24 weeks consolidated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Transfer to new domain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Evidence beats UI polish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This is the hiring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Applied · FDE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