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Chunking Strategies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How you split documents decides RAG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Track · Domain 1: Data Representation · Roadmap Weeks 13–14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Explain why chunking sets the accuracy ceiling of a RAG system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Choose chunk size, overlap, and strategy from first principles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Implement recursive, structure-aware, semantic, contextual &amp; late chunking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Measure chunking quality with recall@k / MRR instead of guessing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Diagnose the common failure modes on a real client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Where Chunking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The RAG ingestion pipeline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Raw docs → Ingestion/parsing → CHUNKING → Embedding → Vector store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Query → embed → top-k retrieval → rerank → prompt → grounded answer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Two truths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The chunk is the unit of retrieval AND the unit of grounding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Chunk text + metadata are frozen into the index — mistakes persist until re-index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Chunk At 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You cannot just embed whole documents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Embedding dilution: one vector for 30 pages averages away the answer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Context budget: inject the relevant 500 tokens, not the whole document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Precision: small, focused chunks match a specific query more sharply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But tiny chunks fail too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'This cut costs by 40%.' is useless once 'this' loses its referent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Embedding models truncate inputs beyond their context window (Pinecone)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Core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Chunk size — measured in TOKENS, not characters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Tokens are what the embedder and LLM actually consume; cost is token-denominated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Overlap — tokens shared between neighbors (typ. 10–20%)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Prevents an idea straddling a boundary from being split in half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Boundary respect — where you are allowed to cut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Paragraph → sentence → word, in priority order; never mid-table / mid-code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Strategy Ladder (naive → advanced)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a. Fixed-size / character — simple, fast, bad (slices words). Baseline only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b. Recursive character — split on largest natural separator, recurse. DEFAULT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c. Token-aware — same, measured with the real tokenizer (tiktoken)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d. Structure-aware — Markdown headers, code functions, HTML tags, PDF layout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e. Semantic — cut where sentence-embedding similarity drops (topic shift)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f. Contextual retrieval — LLM prepends context to each chunk (Anthropic)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g. Late chunking — embed whole doc first, then pool per-chunk (Jina)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Math — Chunk Count &amp; Dilution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How many chunks?  (stride s = c − o)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N = ceil((T − o) / (c − o));  more overlap ⇒ more chunks ⇒ more cost/storage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Example: T=10000, c=500, o=75 → 24 chunks; o=0 → 20 chunks (+20% storage)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Semantic breakpoint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d_i = 1 − cos(e_i, e_i+1); cut where d_i &gt; percentile_95(d)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Embedding dilution (why big chunks retrieve poorly)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A k-topic chunk's match to any one topic decays ~1/k vs a pure 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Contextual Retrieval (Anthropic)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Problem: chunking strips the context that made a passage meaningful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Fix: an LLM writes 1–2 sentences situating each chunk, prepended BEFORE embedding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'[From the 2023 10-K, Risk Factors, on supply chain:] This cut costs by 40%.'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Measured impact (Anthropic, 2024)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Contextual embeddings + contextual BM25: −49% failed retrievals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Add reranking: −67% failed retrievals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Cost control: prompt-cache the document prefix; one-time ingestion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Late Chunking (Jina)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Invert the order to keep global context cheaply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1. Embed the WHOLE document with a long-context model (token-level output)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2. Mean-pool token embeddings per chunk: c = mean(t_a … t_b)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Why it helps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Each token vector already 'saw' the full document via attention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No per-chunk LLM call — cheaper than contextual retrieval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Needs a long-context embedder exposing last_hidden_state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The Production Default (copy-paste)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from langchain_text_splitters import RecursiveCharacterTextSplitter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splitter = RecursiveCharacterTextSplitter.from_tiktoken_encoder(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encoding_name="o200k_base",   # gpt-4o / text-embedding-3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chunk_size=500,               # TOKENS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chunk_overlap=75,             # ~15% overlap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separators=["\n\n", "\n", ". ", " ", ""],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docs = splitter.create_documents(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texts=[raw_text],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metadatas=[{"source": "10k.pdf", "section": "Risk Factors"}],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Design Decisions &amp;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Chunk size: start 300–600 tokens for Q&amp;A; 800–1200 for legal/narrative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Overlap: 10–20%; zero only for self-contained structural splits (code)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Strategy: recursive = default; structure-aware when format known;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semantic only if evals show topic fragmentation; contextual for ambiguous docs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ROI order: chunking quality &gt; embedding model &gt; reranker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Cost lens: fixed≈free · semantic=+embed/sentence · contextual=+LLM/chunk (cache!)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Failure Modes &amp; Gotchas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Character sizing → silent truncation of every chunk's tail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Fragmented tables/code → gibberish in both halves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Over-small → answer scattered across more chunks than top-k returns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Over-large → embedding dilution; lost-in-the-middle (Pinecone)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No metadata → can't filter, can't cite, no access control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Chunk before OCR/layout parse → garbage in, garbage chunks out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Change size without re-index → stale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Evaluate, Don't Guess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Build a labeled question set (20–50 real questions) once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Sweep configs; for each measure: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recall@k — did any top-k chunk contain the answer?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MRR — how highly did the first hit rank?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Expect a non-monotonic curve: recall peaks at a middle size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This labeled set becomes your regression suite for ALL future retrieval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When a client's RAG 'isn't accurate', inspect chunking FIRST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Pull 10 failed queries, read the retrieved chunks — fragmentation is visible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Metadata = your access-control and citation story in enterprise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Be ready to explain 'why is ingestion expensive?' (contextual per-chunk LLM)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Deliverable: a chunking config justified by a recall@k number, not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Chunking sets the accuracy ceiling of the whole RAG system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Default: recursive + token-aware + metadata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Upgrade with structure-aware / semantic / contextual / late as evidence demands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Measure in tokens; evaluate with recall@k + MRR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Own the math: chunk count, cosine breakpoints, dilution,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 &amp;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Anthropic — Introducing Contextual Retrieval (2024)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anthropic.com/news/contextual-retrieval  ·  −49%/−67% failed retrievals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Pinecone — Chunking Strategies for LLM Applications (2025)</a:t>
            </a:r>
          </a:p>
          <a:p>
            <a:pPr lvl="1">
              <a:defRPr sz="1800">
                <a:solidFill>
                  <a:srgbClr val="444A54"/>
                </a:solidFill>
              </a:defRPr>
            </a:pPr>
            <a:r>
              <a:t>pinecone.io/learn/chunking-strategies  ·  lost-in-the-middle, context limits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Jina AI — Late Chunking in Long-Context Embedding Models (2024)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LangChain — Text Splitters documentation</a:t>
            </a:r>
          </a:p>
          <a:p>
            <a:pPr>
              <a:spcBef>
                <a:spcPts val="1000"/>
              </a:spcBef>
              <a:defRPr sz="2200" b="1">
                <a:solidFill>
                  <a:srgbClr val="0B1F3A"/>
                </a:solidFill>
              </a:defRPr>
            </a:pPr>
            <a:r>
              <a:t>Liu et al. — Lost in the Middle (arXiv:2307.03172)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Chunking Strategies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