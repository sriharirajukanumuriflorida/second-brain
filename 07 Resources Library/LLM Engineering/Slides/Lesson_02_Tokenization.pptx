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Tokenization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How text becomes token IDs — and why it drives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1: Data Representation · Roadmap Week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text becomes integer token IDs and back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BPE and why byte-level BPE has no out-of-vocabulary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Count tokens and estimate cost for real chat requests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why non-English/code/numbers cost more and break some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Models See Integers, Not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tokenizer maps string -&gt; sequence of token IDs (and back), losslessly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Each ID indexes a row in the model's embedding matrix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Why not split on words or characters?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Words: huge vocab + out-of-vocabulary on any typo/new word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Characters: sequences too long, wasting context and 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Subword tokenization is the compromise everyone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Byte-Pair Encoding (BPE)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Learned from a corpus: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1. Start from individual bytes/characters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2. Count adjacent symbol pairs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3. Merge the most frequent pair into a new token; record the rule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4. Repeat to the target vocab size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Artifact = ordered list of merge rules, applied greedily at encode time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Byte fallback =&gt; ZERO out-of-vocabulary (any Unicode/emoji/binary)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Tokenizer Families &amp; Special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BPE — GPT-2/3/4, Llama, most modern LLMs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WordPiece — BERT; merges by likelihood, '##' continuation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Unigram / SentencePiece — T5, multilingual; prune, no pre-tokenization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Special tokens carry structure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&lt;|endoftext|&gt;, BOS/EOS, padding, and chat template tokens (roles)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The chat template is itself tokenized — mis-format silently hurts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Economics of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~4 characters ≈ 1 token for English (~0.75 words/token) — a rule of thumb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Non-English and code cost MORE tokens per idea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Non-Latin scripts and whitespace-heavy code fragment into more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Numbers/rare strings tokenize inefficiently (often digit-by-digit)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= n_in·p_in + n_out·p_out,   n ≤ C (context window)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Compression ratio = characters / tokens (higher = cheaper)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Encode / Decode Round-Trip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tiktoken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enc = tiktoken.get_encoding("o200k_base")   # gpt-4o family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ids = enc.encode("Tokenization drives cost.")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print(ids)                              # integer token IDs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print([enc.decode([i]) for i in ids])   # the piece each ID maps to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assert enc.decode(ids) == "Tokenization drives cost."   # lossless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Count Tokens for a Chat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count_message_tokens(messages, model="gpt-4o-mini"):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enc = tiktoken.encoding_for_model(model)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# ~3 tokens wrapping per message + priming (chat template overhead)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sum(3 + len(enc.encode(m["content"])) for m in messages) + 3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cost = (n_in*price_in + n_out*price_out) / 1e6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 with the tokenizer of the model you actually call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o200k_base -&gt; gpt-4o/4.1;  cl100k_base -&gt; gpt-4/3.5 &amp; text-embedding-3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 context in tokens; leave headroom for output (max_tokens)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Non-English/code: compare compression ratios on YOUR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Fewer tokens = cheaper + faster + more room (terse prompts, compact formats)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Counting characters instead of tokens -&gt; overflow + wrong bills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Wrong tokenizer for the model -&gt; off-by-10–20% counts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chat-template overhead -&gt; conversations overflow early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Assuming token = word -&gt; breaks on code, numbers, URLs, non-English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Char-exact tasks (reverse string, count letters) -&gt; model can't see chars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Ignoring leading-space tokens (' token' ≠ 'token')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modeling IS a tokenization exercise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Estimate in/out tokens per request × volume to answer 'what will this cost?'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Flag language-dependent token cost early — it changes model selection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Context-limit incidents are usually token-accounting bugs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a token/cost calculator for the client's real prompt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Text -&gt; integer token IDs via a learned subword vocabulary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BPE dominates; byte fallback = no out-of-vocabulary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 is the unit of cost, context, and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Count tokens (with chat overhead); never trust char/word estimates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Language and content shift the chars/token ratio — verify on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tiktoken documentation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Sennrich et al. — Neural MT with Subword Units / BPE (arXiv:1508.07909)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Kudo — Subword Regularization / Unigram (SentencePiece)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Karpathy — 'Let's build the GPT Tokenizer'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HuggingFace Tokenizers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Tokenization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