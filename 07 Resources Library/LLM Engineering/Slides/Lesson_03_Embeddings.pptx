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Embeddings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Turning meaning into geometry for search and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1: Data Representation · Roadmap Week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what an embedding is and why similarity = geometry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cosine similarity and the normalize -&gt; dot-product shortcut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Distinguish dense vs sparse vs multi-vector; know when each wins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Build a minimal semantic search and reason about its cost/storage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Meaning as a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 embedding = fixed-length float vector encoding meaning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Semantic similarity becomes geometric proximity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Related texts land near; unrelated texts land far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'Find similar' becomes 'find nearest vectors' — math, not keywords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Powers search, RAG, clustering, dedup, classification, recommendation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Tokenization = text-&gt;IDs (syntactic). Embedding = text-&gt;meaning (semantic)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From Tokens to One 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1. Tokenize text into token IDs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2. Transformer -&gt; a contextual vector per token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3. Pool token vectors into ONE sentence vector (usually mean pooling)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4. Trained contrastively: pull related pairs together, push others apart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This is what Sentence-BERT added over raw 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Geometry of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Cosine similarity = angle between vectors, ignoring magnitude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cos(a,b) = (a·b)/(||a||·||b||)  in [-1, 1]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1 = identical meaning · 0 = unrelated · -1 = opposite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Normalize to unit length =&gt; cosine EQUALS the dot product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||a-b||² = 2 - 2(a·b) for unit vectors -&gt; same ranking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So: normalize once at ingestion, then use fast dot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Dense vs Sparse vs Multi-Vector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Dense: every dim has a value; captures MEANING (car≈automobile)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Sparse (BM25/SPLADE): mostly zeros, per-term weights; EXACT words/IDs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Hybrid: dense + sparse — meaning AND exact matches (error codes, names)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Single-vector (bi-encoder): one vector/text — fast, default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Multi-vector (ColBERT): one vector/token, late interaction — higher quality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Matryoshka: truncate dims (1536-&gt;256) and keep most quality — a cost dial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Generate + Normalize + Compare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from openai import OpenAI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import numpy as np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client = OpenAI()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embed(texts, model="text-embedding-3-small", dims=None):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kw = {"dimensions": dims} if dims else {}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 = client.embeddings.create(model=model, input=texts, **kw)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v = np.array([d.embedding for d in r.data])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v / np.linalg.norm(v, axis=1, keepdims=True)   # L2 normalize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q = embed(["how to reset my password"])[0]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docs = embed(["password recovery steps", "shipping policy"])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scores = docs @ q          # dot product == cosine (normalized)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Symmetric vs Asymmetric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Symmetric tasks: sentence &lt;-&gt; sentence similarity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Retrieval is ASYMMETRIC: short query vs long document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Good retrieval models are trained for this case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Some need instruction prefixes ('query:' / 'passage:')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Wrong prefix -&gt; silent recall drop, no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Model: pick by task + language + budget, guided by MTEB (next topic)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Dimensionality: higher = marginal quality, more storage/latency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Normalize once -&gt; dot product (faster, equals cosine)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sparse/BM25 for corpora with identifiers/codes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Same model+version for corpus AND queries (else re-embed everything)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Mixing models/versions -&gt; vectors in different spaces (meaningless sim)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Not normalizing but using dot product -&gt; length leaks into scores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Wrong query/passage prefix -&gt; silent recall drop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Dense-only for exact terms ('Error TS-999') -&gt; misses; use hybrid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Over-long chunks -&gt; embedding dilution (see Chunking)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Cosine ≠ truth: two confidently-wrong sentences can be very similar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Embeddings are the substrate of every RAG/semantic-search deliverable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Index size = N docs × dims × 4 bytes — a real infra cost lever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'Misses obvious matches' usually = dense-only on exact terms -&gt; hybrid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1-day semantic-search prototype proves value and surfaces data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Embedding = meaning compressed into a vector; similarity = geometry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Cosine, and normalize -&gt; dot product for speed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Dense for meaning, sparse for exact terms, hybrid for both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Consistency of model+version is non-negotiable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Dims/model are cost/quality dials you tune deliberately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text-embedding-3 documentation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Reimers &amp; Gurevych — Sentence-BERT (arXiv:1908.10084)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Muennighoff et al. — MTEB (arXiv:2210.07316)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Khattab &amp; Zaharia — ColBERT (multi-vector late interaction)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Cohere / Jina embedding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Embeddings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