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Embedding Model Selection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Choosing the right embedder with evidence, not hype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1: Data Representation · Roadmap Week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Turn 'which embedding model?' into a scored, evidence-based decision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MTEB to shortlist and your own golden set to choose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Compute index size and ingest cost for each candidate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Weigh dimensionality, quantization, hosting, language, and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There Is No Single Best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Only the best model FOR A WORKLOAD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Selection is multi-objective: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retrieval quality · dimensionality · max input length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language/domain fit · hosting (API vs self-host) · cost · privacy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skill: turn 'which model?' into a comparison on 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MTEB — the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Massive Text Embedding Benchmark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56 datasets · 8 task types · up to 112 languages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Tasks: retrieval, reranking, clustering, classification, STS, ...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it to build a SHORTLIST — never as the final word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Your domain and queries differ from the benchmark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MTEB narrows the field; YOUR retrieval eval picks the winner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Decision Axes (what you trade)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Retrieval quality: the MTEB Retrieval sub-score, not the average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Dimensionality: index size = N×dims×bytes;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 sequence length: can it ingest your chunk size?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Language &amp; domain: multilingual? code/legal/bio-tuned?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Hosting: API (zero-ops, egress) vs self-host (infra, private)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Cost: API $/1M tokens vs amortized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Two Families You'll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Proprietary API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text-embedding-3 (Matryoshka), Cohere embed-v3 (int8/binary), Voyage, Jina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Strong, zero-ops; recurring cost + data egress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 weights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BGE, E5 / multilingual-e5, GTE, Nomic, Jina-open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Competitive, self-hostable, free at inference; you own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Quantization &amp;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Vectors don't have to be float32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int8 (1 byte/dim): 4× smaller index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binary (1 bit/dim): 32× smaller, with a rescoring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Some models are trained to survive this (Cohere, etc.)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Turns 'we can't afford the index' into 'we can'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Math of the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index bytes = N_chunks × d × b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 = 4 (f32) · 1 (int8) · 0.125 (binary)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ingest cost ≈ (N_chunks × avg_tokens / 1e6) × price_per_M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Halving d (Matryoshka) or f32-&gt;int8 = direct, quantifiable savings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Present these numbers to the client — it's a business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Score Candidates on YOUR Golden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numpy as np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evaluate(embed, queries, corpus, gold, k=5):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C = embed(corpus); Q = embed([q for q,_ in queries])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hits, rr = 0, []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(q,_), qv in zip(queries, Q):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order = np.argsort(-(C @ qv))[:k]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ranks = [r for r,idx in enumerate(order,1) if idx in gold[q]]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if ranks: hits += 1; rr.append(1/ranks[0])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else: rr.append(0.0)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{"recall@k": hits/len(queries), "MRR": float(np.mean(rr))}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Selection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1. Constraints filter: language, length, privacy, budget -&gt; candidates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2. MTEB shortlist: rank by Retrieval score for your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3. Build a golden set: 30–100 real queries + known-relevant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4. Evaluate: recall@k, MRR/NDCG, latency, $/1M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5. Pick on the quality–cost Pareto frontier; document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Choosing by MTEB average, not Retrieval sub-score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Trusting the leaderboard on your domain (no local eval)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Ignoring max sequence length -&gt; silent truncation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Forgetting re-embedding cost of switching (whole corpus)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API egress in regulated settings -&gt; may be disallowed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Overfitting to a tiny golden set (noise picks the 'winner')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'Which embedding model?' comes up on nearly every engagement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Answer with a scored comparison on their data, not a screenshot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Bring index-GB and monthly cost per candidate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Flag privacy/hosting early — it can eliminate API models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a one-page selection memo (shortlist, eval, cost, rec)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Best model = best for the workload; it's multi-objective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MTEB shortlists (use Retrieval score); your eval decides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Dimensionality + quantization are joint quality/cost dials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choice is semi-permanent (re-embedding cost)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Present the tradeoff as numbers: recall@k, index GB, $/month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Muennighoff et al. — MTEB (arXiv:2210.07316)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MTEB leaderboard (HuggingFace Spaces)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text-embedding-3 · Cohere embed-v3 (int8/binary)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BGE / E5 / GTE / Nomic / Jina model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 Model Selection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