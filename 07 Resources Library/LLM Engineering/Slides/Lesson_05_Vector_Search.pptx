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Vector Search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k-nearest-neighbors at scale — the retrieval step of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1: Data Representation · Roadmap Weeks 09/14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vector search as k-nearest-neighbors at scale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Choose a distance metric that matches your embeddings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Measure an ANN index's recall against an exact baseline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metadata-filtered search for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Search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Vector Search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Given a query vector -&gt; return the top-k most similar stored vectors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This is the retrieval 'R' in RAG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Ingest, chunk, embed all exist to populate the index it searches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Naive = compare against EVERY vector (flat) = O(N·d), exact but slow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At millions of vectors -&gt; Approximate Nearest Neighbor (ANN)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Search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Distance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Must match how the model was trained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Cosine — angle; default for text embeddings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Dot product — equals cosine when normalized; fastest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Euclidean (L2) — monotonic with cosine for unit vectors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Normalize once -&gt; cosine ≈ dot ≈ (function of) L2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Mismatched metric = silently worse ranking, no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Search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Exact vs Approximate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Flat / brute force: all N similarities, sort, take k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Exact (recall = 1.0), simple; fine up to ~100k or as a baseline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ANN indexes: HNSW (graph), IVF (clustering), PQ (compression)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Sub-linear query time; may miss a true neighbor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Governed by a recall-vs-latency knob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recall@k = of the true top-k, how many did ANN return?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Search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Metadata Filtering (enterprise essential)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Real queries: 'similar AND allowed / recent / from this source'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Pre-filter: restrict by metadata THEN search (accurate)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Post-filter: search THEN drop non-matches (fast, may return &lt; k)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Powers access control, recency, source scoping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Uses the metadata you attached during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Search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a Vector Database Adds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Beyond raw search: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Upserts / deletes (corpora change)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Persistence, sharding, replication (scale + HA)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Hybrid search (dense + BM25 fusion)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Quantization (int8/binary to shrink the index)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Chroma · Qdrant · Weaviate · Pinecone · Milvus · pgvector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Search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Exact Baseline — Always Keep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import numpy as np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def flat_topk(query, matrix, k=5):     # matrix: [N, d] normalized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scores = matrix @ query            # dot product == cosine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idx = np.argpartition(-scores, k)[:k]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idx[np.argsort(-scores[idx])]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recall@k of an ANN index = |exact_topk ∩ ann_topk| / 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Real ANN Index (FAISS) + Filter (Chroma)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import faiss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index = faiss.IndexHNSWFlat(768, 32)       # graph index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index.hnsw.efSearch = 64                    # recall/latency knob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index.add(corpus.astype('float32'))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scores, ids = index.search(q.reshape(1,-1).astype('float32'), 5)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Chroma with metadata pre-filter: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col.query(query_embeddings=[qvec], n_results=5,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  where={"tenant": "acme", "year": {"$gte": 2023}})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Query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1. Embed the query with the SAME model as the corpus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2. (Optional) apply metadata pre-filter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3. ANN search for top-k candidates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4. (Optional) rerank / hybrid-fuse with BM25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5. Return chunks + metadata for prompt assembly and citation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Search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Flat under ~100k or when exact recall needed; ANN beyond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Normalize + dot/cosine for text; match the model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Library (FAISS) vs database (Qdrant/Weaviate/Pinecone/Chroma)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Pre-filter for selective/security filters; post-filter for permissive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Managed (Pinecone) vs self-host (Qdrant/Milvus/pgvector)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Search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Metric mismatch (L2 index on cosine vectors) -&gt; wrong ranking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Not normalizing before dot-product index -&gt; magnitude skew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Post-filter returning &lt; k -&gt; over-fetch or pre-filter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exact baseline -&gt; can't measure/tune ANN recall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Ignoring deletes/updates -&gt; stale vectors pollute results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Query embedded with different model/prefix than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Search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'RAG isn't finding things' -&gt; check metric, normalization, filter, recall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Filtering = the access-control story (per-user/per-tenant scoping)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Managed vs self-host = cost/ops/privacy decision (know pgvector vs Pinecone)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Deliverable: retrieval service with a flat baseline + metadata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Search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Vector search = kNN at scale; ANN approximates it fast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Match the metric; normalize and use dot/cosine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Keep an exact baseline to measure recall@k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Metadata filtering is non-negotiable for enterprise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vector DB adds updates, persistence, HA, hybrid, quantization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Search · LLM Engineering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Pinecone — What is a Vector Database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FAISS documentation / wiki; Johnson et al. (arXiv:1702.08734)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Qdrant · Weaviate · Chroma · Milvus · pgvector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Search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