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ANN Index Internals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HNSW · IVF · PQ — how approximate nearest-neighbor indexes actually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1: Data Representation · Roadmap Weeks 09/14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HNSW, IVF, and PQ by the cost each one attacks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recall/latency knob for each index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Estimate an index's memory from N, d, M/m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Measure ANN recall against an exact baseline and tune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Approximate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Exact (flat) search = O(N·d) per query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Fine for thousands of vectors; hopeless for millions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ANN accepts a small, TUNABLE chance of missing a neighbor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...in exchange for sub-linear time and/or less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core ideas — every index is one or a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Three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 (graph) — NAVIGATE to the answer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Fast, high recall, memory-hungry. The common default.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 (clustering) — PRUNE the search space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Cheap memory, needs training, recall via nprobe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PQ (quantization) — COMPRESS the vectors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Huge memory savings, lossy, needs re-rank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 spends memory; IVF prunes; PQ compresses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HNSW — Navigable Small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Multi-layer graph; upper layers = skip-list express lanes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at top entry, greedily hop toward query, drop a layer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~O(log N) hops instead of O(N)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knobs: M (edges/node), efConstruction (build quality)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Search knob: efSearch = the live recall/latency dial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recall-at-latency, but stores vectors PLUS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IVF — Inverted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k-means into nlist centroids (Voronoi cells)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vector joins its nearest centroid's list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Query: scan only the nprobe nearest lists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nlist ~= sqrt(N) .. 4*sqrt(N); needs train()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nprobe = recall dial; 1 = fast but misses boundary neighbors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Memory-light; weakness = Voronoi boundary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PQ — Product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Split vector into m sub-vectors; k-means each sub-space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-&gt; m bytes of centroid IDs (256 centroids = 1 byte)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Distances via query-&gt;centroid lookup table (no decompress)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768-d float32 (3072 B) -&gt; m=64 -&gt; 64 B  (~48x)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Lossy -&gt; pair with an exact RE-RANK of top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The Three Indexes in FAISS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faiss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 = 768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hnsw = faiss.IndexHNSWFlat(d, 32)          # M=32, navigate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hnsw.hnsw.efSearch = 64                      # recall/latency dial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quant = faiss.IndexFlatIP(d)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ivf = faiss.IndexIVFFlat(quant, d, 4096)    # nlist=4096, prune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ivf.train(xb); ivf.add(xb); ivf.nprobe = 16 # recall/latency dial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ivfpq = faiss.IndexIVFPQ(quant, d, 4096, 64, 8)  # prune + compress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ivfpq.train(xb); ivfpq.add(xb); ivfpq.nprobe =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Combining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IVFPQ — prune with IVF, store PQ codes -&gt; billion-scale/1 node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HNSWPQ — graph navigation over compressed codes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 DBs default to HNSW under ~10M (easy high recall)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IVF(+PQ) when memory-bound or at 100M-1B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Memory Estimation (whiteboard-ready)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# HNSW  ~ N*d*4 (vectors) + N*M*2*8 (graph links, bytes)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PQ    ~ N * m * (nbits/8)              e.g. m=64,nbits=8 -&gt; 64 B/vec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10M x 768-d: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  flat float32 : 10e6 * 768 * 4  ~ 30.7 GB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  + HNSW M=32  : + 10e6 * 32*16  ~  5.1 GB  -&gt; ~36 GB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  IVFPQ m=64   : 10e6 * 64       ~  0.64 GB (~48x smaller)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 for &lt; ~10M, high recall, little tuning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IVF(+PQ) when memory-bound or 100M-1B scale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 M 16-48 (32 default); efSearch = live recall dial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 nlist ~sqrt(N); nprobe start ~1-2% of nlist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PQ: larger m = better recall/less compression; add re-rank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IVF/PQ trained on non-representative data -&gt; poor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nprobe=1 in prod -&gt; recall can be &lt; 0.7 (boundary misses)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PQ without re-rank -&gt; wrong candidate ranked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exact baseline -&gt; tuning blind, can't compute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Underestimating HNSW graph memory -&gt; OOM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Comparing indexes at different recall (compare at EQUAL recall)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Answer 'why is retrieval slow/expensive/missing things?' with a mechanism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efSearch/nprobe too low, PQ with no re-rank, or won't fit RAM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lever: HNSW -&gt; IVFPQ can cut memory ~40x (cheaper node)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Capacity planning: estimate index RAM from N, d, M/m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index choice + recall-vs-latency curve proving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 navigates (memory for speed); IVF prunes; PQ compresses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has ONE query-time recall/latency dial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IVFPQ = prune + compress for billion-scale on one machine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measure recall@k vs a flat baseline; compare at equal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Malkov &amp; Yashunin — HNSW (arXiv:1603.09320)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Jegou et al. — Product Quantization for NN Search (TPAMI 2011)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Johnson et al. — Billion-scale similarity search / FAISS (arXiv:1702.08734)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FAISS wiki 'Guidelines to choose an index'; Pinecone HNSW/IVF/PQ guides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ANN Index Internals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