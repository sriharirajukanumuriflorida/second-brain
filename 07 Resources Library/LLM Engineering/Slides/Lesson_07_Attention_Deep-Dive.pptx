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Attention Deep-Dive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Query-Key-Value, scaled dot-product, and multi-head attention from scratch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2 · Weeks 08/10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By the end you can: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Derive scaled dot-product attention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Explain why Q, K, V are separate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Implement multi-head + causal masking in numpy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Explain attention's O(seq²) cost and the KV cache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Attention Deep-Dive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Every token looks at every other token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...and pulls in the info it needs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Not left-to-right (RNN) or fixed window (CNN)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Output = weighted average of all positions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Weights = 'how relevant is token j to token i?'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Attention Deep-Dive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Query, Key,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Each token emits three learned projections: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Query — what am I looking for?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Key — what do I offer?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Value — what I pass on if attended to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relevance = Q·K ; weights = softmax(scores)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output = weights · 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Attention Deep-Dive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Scaled Dot-Product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Attention(Q,K,V) = softmax(QKᵀ / √dk) · V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QKᵀ = [seq, seq] pairwise scores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/√dk keeps dot products from saturating softmax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...which would vanish gradients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softmax normalizes each row to a distribution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× V mixes the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Attention Deep-Dive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Attention in NumPy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def attention(Q, K, V, causal=False):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dk = Q.shape[-1]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scores = Q @ K.T / np.sqrt(dk)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if causal: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    m = np.triu(np.ones_like(scores), 1).astype(bool)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    scores = np.where(m, -1e9, scores)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w = softmax(scores, axis=-1)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return w @ V, 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Multi-Head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One attention can't capture everything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syntax, coreference, topic all matter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Run h attentions in parallel on d_model/h slices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Concat heads, then project by W_O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Each head specializes; same cost as single-head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Attention Deep-Dive · LLM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Causal Masking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Decoder position i must not see positions &gt; i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that would be cheating at next-token prediction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Set upper-triangular scores to -inf before softmax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Their weights become zero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This single line makes a transformer autoregressive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Attention Deep-Dive · LLM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KV-Cache Implication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Past tokens' K and V don't change during generation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Cache them -&gt; each new token computes one new Q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per-step cost O(t²) -&gt; O(t)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KV cache dominates inference memory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(detail in LLM Efficiency)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Attention Deep-Dive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Design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Heads: 8-32; d_model must divide by h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Always scale by √dk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Causal (decoder) vs bidirectional (encoder)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Production: GQA/MQA + FlashAttention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Attention Deep-Dive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Forgetting 1/√dk -&gt; saturated softmax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Off-by-one mask -&gt; future leak or self-only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Softmax on wrong axis -&gt; mixing across batch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Assuming O(seq); it's O(seq²) time AND memory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Confusing d_model with per-head d_k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Attention Deep-Dive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O(seq²) explains long-context and chunking economics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KV cache = dominant inference-memory cost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Whiteboarding Q/K/V = credibility with clients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Explain why context windows have hard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Attention Deep-Dive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Attention = softmax(QKᵀ/√dk)·V — content-based lookup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Q asks, K offers, V carries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Multi-head = parallel specialized subspaces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Causal mask -&gt; autoregressive; cost is quadratic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Attention Deep-Dive · LLM Engineering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Vaswani et al. — Attention Is All You Need (1706.03762)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Alammar — The Illustrated Transformer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Karpathy — Let's build GPT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Weng — Attention? Attention!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Attention Deep-Dive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