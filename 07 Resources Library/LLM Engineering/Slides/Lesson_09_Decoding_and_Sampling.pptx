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Decoding &amp; Sampling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Turning logits into text: greedy, temperature, top-k, top-p, and beam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2 · Weeks 10/11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logits become tokens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temperature, top-k, top-p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Pick decoding settings per use case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Reason about determinism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model outputs a DISTRIBUTION over next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Decoding is how you pick from 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Same weights -&gt; factual OR creative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...purely based on how you sample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dials: temperature, top-k, top-p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Logits -&gt; Probabilities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Final layer emits logits z (one per vocab token)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p_i = exp(z_i/T) / Σ exp(z_j/T)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 -&gt; 0 : collapses to argmax (greedy)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 = 1 : raw distribution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 &gt; 1 : flatter, more random, more error-prone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Greedy &amp; Beam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Greedy: always argmax — fast, myopic, bland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Beam: keep b best SEQUENCES, return most probable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Beam good for closed-ended (translation)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Beam bad for open chat -&gt; generic, repetitive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Top-k &amp; Top-p (Nucleus)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Pure sampling occasionally picks absurd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Top-k: keep k highest, renormalize, sample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fixed k regardless of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Top-p: keep smallest set with cum. prob &gt;= p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adapts to model confidence — the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One Sampler for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sample_next(logits, temperature=1.0, top_k=0, top_p=0.0):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if temperature &lt;= 0: return logits.argmax()   # greedy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p = softmax(logits / temperature)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if top_k: p = keep_top_k(p, top_k)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if top_p: p = keep_nucleus(p, top_p)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sample(p / p.sum())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Penalties &amp; Determinism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Repetition/frequency/presence penalties stop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min-p, typical sampling = newer options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temperature=0 ~ deterministic, NOT bit-exact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hardware/batching/float non-associativity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Pin seed + model version for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Decoding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Factual / JSON / eval: temperature = 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Balanced chat: temp ~0.7 + top_p ~0.9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Creative: temp 0.9-1.2 + top_p 0.95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top-p over top-k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Beam only for closed-ended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temp&gt;0 for JSON -&gt; schema breaks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High temp + high top_p for facts -&gt; hallucination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Expecting temp=0 to be bit-exact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Beam for chat -&gt; generic 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Cranking temp when the prompt is the real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Cheapest reliability lever: temperature=0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Agents/tools/structured -&gt; temp=0 almost always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temp vs top_p -&gt; 'why did the answer change?'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documented decoding profile per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Model gives a distribution; decoding is your policy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Temperature reshapes; top-k/top-p truncate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Nucleus sampling for open-ended; greedy for structure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Document a decoding profile per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Holtzman et al. — nucleus sampling (1904.09751)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API docs (temperature/top_p)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HuggingFace generation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Fan et al. — top-k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Decoding &amp; Sampling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