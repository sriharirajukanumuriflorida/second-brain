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Structured / Constrained Generation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Making LLMs emit valid JSON/schemas every time via constrained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2 · Weeks 11/15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Guarantee parseable LLM output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Compare JSON mode, function calling, constrained decoding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Build a validate-and-repair loop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Separate structural from semantic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Free-text output is unreliable to parse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Structured generation forces conformance to a schema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levels of guarantee: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prompt-and-pray (~90%)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provider structured mode (strong)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constrained decoding (100% valid)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Define the Schema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from a typed contract, not prose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Pydantic model IS a JSON Schema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One source of truth drives: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the prompt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the provider constraint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post-hoc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Provider Mode &amp; Function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API accepts a JSON Schema (response_format / tools)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Guarantees output parses against 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Does constrained decoding under the hood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Easiest strong guarantee — use when available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Function calling = 'which function + what args'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Constrained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 -&gt; grammar / finite-state machine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step: set illegal tokens' logits to -inf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literally cannot produce invalid output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Outlines, guidance, jsonformer, GBNF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Works even for small local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Validate-and-Repair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generate_structured(call_model, prompt, max_retries=3):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err = None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for _ in range(max_retries):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msg = prompt if not err else f"{prompt}\nInvalid: {err}\nFix it."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raw = call_model(msg)            # temperature=0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try: return validate(raw)        # parse + semantic checks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except Exception as e: err = str(e)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raise ValueError(err)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Decoding for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temperature = 0 — no upside to randomness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max_tokens high enough to finish the object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mid-JSON truncation is a silent failure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Strip markdown fences before json.loads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Provider mode &gt; constrained decoding &gt; prompt+validate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 once (Pydantic), reuse everywhere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Bounded repair retries (2-3)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semantic checks in code (sums, ranges, enums)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Regex-parsing free text -&gt; brittle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temp&gt;0 -&gt; intermittent schema breaks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max_tokens headroom -&gt; truncated JSON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 JSON, wrong values -&gt; need semantic checks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repair loops -&gt; cost blowups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Structured output turns a demo into an integrable API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Promise 'always parses' only with mode/constrained decoding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schema is the AI&lt;-&gt;system contract; version 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returns a typed object or raises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generation; don't parse hope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Schema + enforcement + repair loop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Structural validity != semantic correctness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temperature=0 for extraction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structured outputs / function calling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Outlines (Willard &amp; Louf, 2307.09702)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guidance / jsonformer / llama.cpp GBNF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Pydantic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Structured / Constrained Generation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