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Reasoning Models &amp; Test-Time Compute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Chain-of-thought, RL-trained reasoners, and spending compute at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2 · Weeks 11/16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what reasoning models actually are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Use CoT, self-consistency, and search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Reason about test-time compute vs accuracy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Route compute by difficulty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Reasoning Models &amp; Test-Time Compute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Standard LLM: prompt -&gt; answer in one shot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Reasoning: 'think' (intermediate steps) before answering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Spend more inference compute -&gt; more accuracy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...on hard, multi-step tasks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tunable dial vs latency and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Reasoning Models &amp; Test-Time Compute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Chain-of-Thought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 the model to think step by step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Emit intermediate reasoning before the answer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Each step conditions the next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offloads working memory into tokens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Zero-shot ('think step by step') or few-shot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Reasoning Models &amp; Test-Time Compute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Self-Consistency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Sample many CoT chains (temperature &gt; 0)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Take the majority-vote answer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Convergent paths -&gt; more likely correct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N× compute for an accuracy bump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Clean example of spending test-time compute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Reasoning Models &amp; Test-Time Compute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Search: Tree-of-Thoughts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Generalize a chain to a tree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Generate candidate next-steps, score them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Expand promising branches (BFS/DFS/beam)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Enables backtracking on puzzles/planning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Explicit search over reasoning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Reasoning Models &amp; Test-Time Compute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Trained Reasoners (o1 / R1)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RL-train the model to reason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Outcome rewards + long CoT -&gt; learned planning/checking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Very long hidden 'thinking' before a concise answer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Big gains on math/code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Reasoning tokens = compute you pay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Reasoning Models &amp; Test-Time Compute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Route Compute by Difficulty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def solve(q, difficulty, cheap, reason, threshold=0.5):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if difficulty(q) &lt; threshold: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return cheap(q), "1-shot", 1        # easy majority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reason(q), "reasoning", 10        # hard minority, ~10x 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Easy/factual: one-shot, temp=0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Hard multi-step: CoT -&gt; self-consistency -&gt; trained reasoner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Verifiable: search + verifier or voting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Prompted CoT (any model) vs trained reasoner (stronger, pricier)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Budget-bound: route by difficulty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Reasoning Models &amp; Test-Time Compute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Reasoning model for everything -&gt; cost/latency blowup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Fluent CoT != correct (unfaithful reasoning)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Self-consistency at temp=0 -&gt; identical chains, no gain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Leaking hidden reasoning tokens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Assuming more thinking always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Reasoning Models &amp; Test-Time Compute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cost/accuracy dial you can present to clients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Difficulty-routing = concrete cost architecture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Explain when o1-style is justified vs RAG+CoT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Deliverable: routing policy with measured accuracy/cost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Reasoning Models &amp; Test-Time Compute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Reasoning trades inference compute for accuracy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CoT -&gt; self-consistency -&gt; search -&gt; trained reasoners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Test-time compute is a new scaling axis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Match compute to difficulty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Reasoning Models &amp; Test-Time Compute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Wei et al. — Chain-of-Thought (2201.11903)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Wang et al. — Self-Consistency (2203.11171)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OpenAI o1/o3 cards; DeepSeek-R1 (2501.12948)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Snell — scaling test-time compute; Yao — Tree of Thoughts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Reasoning Models &amp; Test-Time Compute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