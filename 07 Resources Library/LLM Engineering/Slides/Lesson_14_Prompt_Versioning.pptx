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Prompt Versioning &amp; Regression Testing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Treat prompts as release artifacts: registries, semantic versions, golden tests, CI, and model-prompt pinning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3 · Week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Treat prompts as versioned artifacts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a prompt registry record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Build golden regression tests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Pin model+prompt versions for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changes are code changes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word can alter schema, tone, refusal,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Production prompts need versions + 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version -&gt; no rollback story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tests -&gt; silent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Semantic Prompt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PATCH: wording / typo, no intended behavior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MINOR: compatible quality improvement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MAJOR: schema, task, refusal, or tool contract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Semver communicates intended compatibility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Measured by regression tests, not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Source of truth for prompt artifacts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Stores template, schema, examples, owner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Pins model + decoding params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Links eval set + changelog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Avoid pasted divergent prompt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Golden Test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Curated inputs with expected properties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 cases + edge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Prior incidents become 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Include null-context and adversarial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Living memory of what must not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Regression 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run_regression(version, golden):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passed = 0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case in golden: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pred = fake_model(version, case)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passed += int(pred["label"] == case["expected"])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passed / len(golden)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Diff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diff: what text changed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Output diff: what behavior changed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Structured: schema/label/exact fields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Generative: rubrics, forbidden claims, citation coverage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Track cost and latency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+ Model Pinning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calibrated to model/tokenizer/tools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swap can break a stable prompt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prompt_id@version + model 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 decoding params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Reproduce yesterday's behavior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CI Release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 on schema invalidity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 on critical golden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 on safety/grounding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cost/latency budget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Only then A/B small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Inline production edits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Only happy-path 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changes without prompt bump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Exact-match for long prose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before offline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Registry + golden set is client-visible engineering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real traces to seed tests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Release notes make behavior auditable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CI report old vs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Prompts are deployable artifacts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Semantic versions clarify intent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Golden tests catch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 prompt+model+params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promptfoo regression evals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LangSmith / Langfuse prompt management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DSPy programmatic prompting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Prompts-are-code production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Prompt Versioning &amp; Regression Testing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