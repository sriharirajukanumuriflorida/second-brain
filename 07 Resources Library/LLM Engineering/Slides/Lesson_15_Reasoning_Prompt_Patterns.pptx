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Reasoning Prompt Patterns (CoT, ReAct, self-consistency)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When to use chain-of-thought, ReAct, decomposition, voting, and reflection — and when not 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3 · Week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By the end you can: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Choose CoT, ReAct, voting, decomposition, or reflection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Explain the cost/latency tradeoff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Implement a toy ReAct loop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Name faithfulness caveats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Reasoning Prompt Patterns (CoT, ReAct, self-consistency)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Reasoning patterns are control-flow templates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They spend more computation on harder tasks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Not magic words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Quality vs tokens vs latency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 the cheapest pattern that passes evals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Reasoning Prompt Patterns (CoT, ReAct, self-consistency)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Chain-of-Thought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Intermediate reasoning improves multi-step tasks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Few-shot CoT teaches style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Zero-shot 'think step by step' is cheap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Prefer private scratchpad + concise final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Rationale may be unfaithful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Reasoning Prompt Patterns (CoT, ReAct, self-consistency)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Thought -&gt; Action -&gt; Observation -&gt; Final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 when answer depends on external state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Tools: search, calculator, DB, app APIs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Constrain tool names and arguments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Set max iterations and stop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Reasoning Prompt Patterns (CoT, ReAct, self-consistency)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Minimal ReAct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transcript = []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transcript.append(("Thought", "Need exact arithmetic"))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transcript.append(("Action", "calculator('18*(7+5)')"))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transcript.append(("Observation", "216"))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transcript.append(("Final", "The answer is 216"))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Self-Consistency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Sample multiple reasoning paths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Vote or score final answers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Helps when one greedy path is brittle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Cost scales with sample count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Needs diversity to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Reasoning Prompt Patterns (CoT, ReAct, self-consistency) · LLM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Least-to-most: solve subproblems sequentially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Plan-then-execute: separate strategy from work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Good for long tasks and code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Validate plan before execution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Bad plan causes plan lock-in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Reasoning Prompt Patterns (CoT, ReAct, self-consistency) · LLM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Reflection / Reflexion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Critique and revise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Best with external feedback: tests, schema, evidence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Pure self-critique can churn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 validators as the teacher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Stop after bounded iterations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Reasoning Prompt Patterns (CoT, ReAct, self-consistency)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Routing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Simple fact -&gt; direct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Multi-step -&gt; CoT/scratchpad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External state -&gt; ReAct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Brittle high-value -&gt; self-consistency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Long workflow -&gt; decomposition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Reasoning Prompt Patterns (CoT, ReAct, self-consistency)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CoT everywhere -&gt; cost/latency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Raw reasoning leakage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Unbounded ReAct loops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diversity in voting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Faithfulness overconfidence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Reasoning Prompt Patterns (CoT, ReAct, self-consistency)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Turn 'reason better' into pattern selection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Expose fast/careful/verified modes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Agents need ReAct-style tool grounding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Deliverable: routing matrix + 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Reasoning Prompt Patterns (CoT, ReAct, self-consistency)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Patterns allocate compute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CoT, ReAct, voting, decomposition, reflection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Every pattern has cost and failure modes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Let evals decide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Reasoning Prompt Patterns (CoT, ReAct, self-consistency) · LLM Engineering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Wei et al. Chain-of-Thought 2201.11903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Yao et al. ReAct 2210.03629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Wang et al. Self-Consistency 2203.11171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Shinn Reflexion; Zhou Least-to-Most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Reasoning Prompt Patterns (CoT, ReAct, self-consistency)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