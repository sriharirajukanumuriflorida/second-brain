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Context Engineering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Designing what enters the context window: budget, order, retrieval, compression, memory, and relevance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LLM Engineering · Domain 3 · Week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By the end you can: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Define context engineering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Budget a context window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Mitigate lost-in-the-middle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Assemble retrieval, history, and memory safely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Context Engineering · LLM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Core 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Prompt engineering: what instruction?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Context engineering: what enters the window?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Instructions, history, retrieval, tools, memory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Finite window, finite attention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Context assembly is program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Context Engineering · LLM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Context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Stable system/developer instructions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Current user task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Conversation history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Retrieved documents and tool results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Selected long-term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Context Engineering · LLM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Token Budgeting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Reserve answer budget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Reserve mandatory instructions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Allocate retrieval/history by relevance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Budget protects quality and cost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Do not fill space just because it exists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Context Engineering · LLM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Budget Formula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B_docs = B_window - B_system - B_task - B_history - B_answer - B_safety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# choose chunks by relevance density: score / token_count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Lost in the Middle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Long-context models do not use all positions equally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Beginning and end often dominate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Middle facts can be missed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Put critical evidence near boundaries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Repeat compact synthesis near the 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Context Engineering · LLM Engineering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Retrieval Assembly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Retrieve candidates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Filter irrelevant chunks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Deduplicate and rerank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Compress or extract spans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Assemble with citations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Context Engineering · LLM Engineering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Compression Choices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Extractive: exact spans, safest for grounded answers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Abstractive: compact, can lose details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Structured: fact tables / entities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Never summarize away critical numbers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Keep source ids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Context Engineering · LLM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Memory vs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Memory is stored state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Context is included this call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Query memory; don't dump it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Current user instruction beats stale memory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Privacy and deletion matter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Context Engineering · LLM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More context as default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Key fact buried in middle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Untrusted text as instructions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Lossy summary of exact facts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 trace of included chunks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Context Engineering · LLM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RAG failures often equal context failures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Budget table is a client artifact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Reranking/trimming can beat model swaps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Deliverable: traced context assembler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Context Engineering · LLM 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Context engineering chooses what the model knows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Optimize relevance per token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Order matters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Memory is selected, not pasted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Context Engineering · LLM Engineering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Liu et al. Lost in the Middle 2307.03172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Anthropic long-context guidance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LangChain / LlamaIndex assembly patterns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Context engineering agent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Context Engineering · LLM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