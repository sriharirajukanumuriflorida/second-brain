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RAG Pipeline Fundamentals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From documents to grounded answers: ingest, chunk, embed, retrieve, assemble, generate,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4 · Weeks 13/17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the full RAG pipeline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ingest -&gt; chunk -&gt; embed -&gt; index -&gt; retrieve -&gt; assemble -&gt; generate -&gt; cite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Design citation and refusal contracts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RAG vs fine-tuning vs long-context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= open-book LLM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Retriever finds evidence; LLM reads and synthesizes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Knowledge boundary moves to an updateable corpus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Citations make answers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Pipeline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Ingest and normalize sources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Chunk with metadata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 chunks and build an index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 for the query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Assemble context, generate, cite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Chunking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 chunks: precise but context-poor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Large chunks: context-rich but embedding-diluted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Preserve section/table/code boundaries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by recall and answer faithfulness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Metadata Is Product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source, section, URL, timestamp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ACL/tenant and deletion IDs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version/freshness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citation labels shown to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Mini Retriever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numpy as np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scores = [(0.9, "d1"), (0.4, "d2")]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hits = sorted(scores, reverse=True)[:2]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print([doc for _, doc in hits])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Context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Spend context budget deliberately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Order and label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Deduplicate overlapping chunks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 citations from chunk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Grounding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Answer only from context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Cite every factual claim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Refuse when evidence is missing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Retrieved text is data, not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RAG vs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RAG: changing/private/cited knowledge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Fine-tune: behavior/style/format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Long-context: bounded working set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Often combine all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Bad chunking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citation IDs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Top semantic match != answerable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Overstuffed prompt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Missing ACL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Enterprise default architecture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Traceable pipeline is the deliverable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Citations are trust UX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Debug data plumbing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 smallest sufficient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Make the model read under contract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every stage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Refuse when ungrounded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Lewis et al. RAG 2005.11401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Anthropic Contextual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Pinecone, LlamaIndex, LangChain RAG guides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RAG Pipeline Fundamentals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