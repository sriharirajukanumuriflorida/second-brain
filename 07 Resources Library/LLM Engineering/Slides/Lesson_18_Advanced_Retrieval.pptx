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Advanced Retrieval (hybrid, reranking, MMR)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Hybrid dense+lexical search, reciprocal rank fusion, cross-encoder reranking, filters, and diversity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4 · Weeks 14/18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dense, lexical, hybrid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Implement RRF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cross-encoder reranking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Apply MMR for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Advanced retrieval is a funnel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Recall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Precision second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Diversity before context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Dense vs Lexical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Dense: paraphrase and semantics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BM25: exact terms, IDs, names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Most production corpora need both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Hybrid handles mixed user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Combines ranked lists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score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score = sum 1/(k + rank)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Great default before reranking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RRF in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rrf(*lists, k=60):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scores = {}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ranked in lists: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for r, doc in enumerate(ranked, 1):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    scores[doc] = scores.get(doc, 0) + 1/(k+r)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sorted(scores, key=scores.get, reverse=True)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Cross-Encoder Rerankers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Bi-encoder: fast separate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Cross-encoder: jointly reads query + doc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More precise but slower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100, rerank 50, send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MMR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Avoid near-duplicate context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Balance query relevance and novelty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lambda high = relevance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lambda low =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tenant / ACL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date / freshness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product /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Apply before expensive reranking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Budgeting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Candidate count: recall vs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Rerank count: cost vs precision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Final k: evidence vs distraction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at each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Dense-only for exact 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Raw score averaging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Reranking too few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Duplicate final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Common demo-to-prod upgrade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stage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misses with candidate/rerank/final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Hybrid for 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RRF for robust fusion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Cross-encoder for precision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MMR for diverse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Cormack RRF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Carbonell &amp; Goldstein MMR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SBERT, Cohere, BGE rerankers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Advanced Retrieval (hybrid, reranking, MMR)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