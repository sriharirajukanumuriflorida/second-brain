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Query Transformation (HyDE, multi-query, routing)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Rewrite the user question before retrieval: HyDE, multi-query expansion, decomposition, step-back, and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why raw queries fail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Implement HyDE and multi-query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decomposition and step-back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Route to sources with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User questions are not search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Transform before retrieving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Improve recall without treating generated text as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of Raw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Underspecified pronouns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Vocabulary mismatch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Multiple intents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Wrong abstraction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HyDE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 hypothetical answer passage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 the passage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nearby real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cite the hypothetical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HyDE Sketch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hyde(query):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"A technical answer about " + query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probe = hyde("MMR in RAG")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print(probe)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Multi-Query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Several paraphrases/facets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Union results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Deduplicate and RRF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Recall up, latency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Split multi-hop questions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per subquestion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Synthesize only after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Step-Back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Ask broader principle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definitions and background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Useful for reasoning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corpus/tool/retriever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Rules, embeddings, or LLM classifier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Expose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Fallback when uncertain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HyDE as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 many expansions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dedup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Overconfident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Best fix for vocabulary mismatch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Transformation trace is debuggability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Govern generated probes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Rewrite to retrieve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Fuse and deduplicate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 answers on real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Route with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Gao HyDE 2212.10496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Zheng Step-Back 2310.06117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LangChain query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Query Transformation (HyDE, multi-query, routing)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