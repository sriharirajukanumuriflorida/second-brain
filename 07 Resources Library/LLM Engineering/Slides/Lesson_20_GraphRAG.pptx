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GraphRAG / Knowledge-Graph RAG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Entity-relation extraction, graph communities, local/global queries, and when graphs beat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a tiny KG from 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local vs global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community summaries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Decide when graphs beat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RAG retrieves similar 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GraphRAG retrieves structured relationships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graph is an additional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Extract entities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Extract relations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Resolve aliases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Store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Triple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triples = [("GraphRAG", "uses", "knowledge graphs")]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graph = {}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for s,r,o in triples: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graph.setdefault(s, []).append((r,o))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print(graph)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Entity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vs Open AI vs vendor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Merge aliases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Avoid fragmented neighborhoods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Detect clusters of related entities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Summarize each community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for broad/global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Local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from query entities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Traverse nearby edges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Answer relation-specific questions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Cite edge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Global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Search community summaries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Aggregate corpus-level themes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Useful for risks/trends/overview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When It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Multi-hop relations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Dependencies and ownership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Causal chains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Corpus-level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provenance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Alias fragmentation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Predicate explosion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Overkill for simple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Great for stakeholder relationship questions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Graph schema is a deliverable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Visualization builds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GraphRAG complements vector RAG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Local and global query modes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Provenance is mandatory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Microsoft GraphRAG / Edge 2404.16130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Neo4j GraphRAG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GraphRAG / Knowledge-Graph RAG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