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Agentic RAG</a:t>
            </a:r>
          </a:p>
          <a:p>
            <a:pPr>
              <a:defRPr sz="2200">
                <a:solidFill>
                  <a:srgbClr val="2196F3"/>
                </a:solidFill>
              </a:defRPr>
            </a:pPr>
            <a:r>
              <a:t>Retrieval as a tool: iterative retrieve-reason-retrieve, Self-RAG, CRAG, and adaptive query planning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5852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9900"/>
                </a:solidFill>
              </a:defRPr>
            </a:pPr>
            <a:r>
              <a:t>LLM Engineering · Domain 4 · Week 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Explain retrieval as a tool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Design retrieve-reason-retrieve loops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Use Self-RAG/CRAG ideas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Set budgets and stopping conditions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Agentic RAG · LLM Engineering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Core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RAG retrieval becomes adaptive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Plan, retrieve, grade, correct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Stop with answer or refusal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Agentic RAG · LLM Engineering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Why Agentic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Multi-hop questions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Ambiguous asks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First retrieval reveals next query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Weak evidence needs correction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Agentic RAG · LLM Engineering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Tool 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Narrow retriever tools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Source and filter parameters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Logged query/results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No hidden side effects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Agentic RAG · LLM Engineering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9900"/>
                </a:solidFill>
              </a:defRPr>
            </a:pPr>
            <a:r>
              <a:t>Loop Skeleton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solidFill>
            <a:srgbClr val="101828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400">
                <a:solidFill>
                  <a:srgbClr val="E6EDF3"/>
                </a:solidFill>
                <a:latin typeface="Menlo"/>
              </a:defRPr>
            </a:pPr>
            <a:r>
              <a:t>for step in range(max_calls):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    hits = retrieve(query)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    verdict = grade(hits)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    if verdict == "accept": break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    query = rewrite(query, hits)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Self-RAG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Critique relevance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Critique support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Use as noisy classifier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Pair with deterministic checks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Agentic RAG · LLM Engineering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CRAG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Evaluate retrieval quality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Rewrite near misses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Broaden weak searches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Refuse if exhausted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Agentic RAG · LLM Engineering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Budgets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Max tool calls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Max rewrites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Max chunks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Latency/cost bounds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Agentic RAG · LLM Engineering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Stopping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Sufficient evidence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Contradiction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Need clarification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Budget exhausted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Agentic RAG · LLM Engineering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Failure Modes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Runaway search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Answering from reasoning not evidence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Repeated failed queries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Unlogged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Agentic RAG · LLM Engineering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FDE Angle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Analyst-like search loop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Trace is the deliverable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Budgets make it product-grade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Agentic RAG · LLM Engineering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Adaptive retrieval improves hard cases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Evidence gate is mandatory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Final answer cites retrieved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Agentic RAG · LLM Engineering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Self-RAG Asai 2310.11511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CRAG Yan 2401.15884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Agentic RAG · LLM Engineering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