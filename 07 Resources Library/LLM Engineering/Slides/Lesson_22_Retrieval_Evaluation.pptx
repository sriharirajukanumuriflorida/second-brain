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Retrieval Evaluation (recall@k, MRR, NDCG)</a:t>
            </a:r>
          </a:p>
          <a:p>
            <a:pPr>
              <a:defRPr sz="2200">
                <a:solidFill>
                  <a:srgbClr val="2196F3"/>
                </a:solidFill>
              </a:defRPr>
            </a:pPr>
            <a:r>
              <a:t>Measure retrieval before generation: hit rate, recall@k, precision@k, MRR, NDCG, and context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9900"/>
                </a:solidFill>
              </a:defRPr>
            </a:pPr>
            <a:r>
              <a:t>LLM Engineering · Domain 4 · Weeks 14/17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Build labeled retrieval evals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Compute hit/precision/recall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Compute MRR and NDCG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Use metrics diagnostically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Retrieval Evaluation (recall@k, MRR, NDCG) · LLM Engineering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Core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Final answers hide retrieval failures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Evaluate search separately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Correct evidence must reach the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Retrieval Evaluation (recall@k, MRR, NDCG) · LLM Engineering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Eval 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Real user queries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Relevant chunk IDs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Negative and ambiguous cases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Same granularity as retriever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Retrieval Evaluation (recall@k, MRR, NDCG) · LLM Engineering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Hit Precision Recall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Hit@k: any relevant?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Precision@k: useful / k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Recall@k: found / relevant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RAG often starts with recall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Retrieval Evaluation (recall@k, MRR, NDCG) · LLM Engineering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9900"/>
                </a:solidFill>
              </a:defRPr>
            </a:pPr>
            <a:r>
              <a:t>Metric Sketch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solidFill>
            <a:srgbClr val="101828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>
                <a:solidFill>
                  <a:srgbClr val="E6EDF3"/>
                </a:solidFill>
                <a:latin typeface="Menlo"/>
              </a:defRPr>
            </a:pPr>
            <a:r>
              <a:t>def recall_at_k(ranked, relevant, k):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return len(set(ranked[:k]) &amp; relevant) / len(relevant)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print(recall_at_k(["a","b"], {"b","c"}, 2))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MRR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Reward early first relevant result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1/rank of first relevant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Useful for first-hit QA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Retrieval Evaluation (recall@k, MRR, NDCG) · LLM Engineering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NDCG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Graded relevance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Discount lower ranks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Better when some chunks are more useful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Retrieval Evaluation (recall@k, MRR, NDCG) · LLM Engineering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Context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Context recall: answer facts present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Context precision: context is useful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Bridge IR and RAGAS-style eval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Retrieval Evaluation (recall@k, MRR, NDCG) · LLM Engineering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Diagnostic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Low recall: chunk/query/hybrid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Low MRR: rerank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Low precision: filters/final-k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Segment everything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Retrieval Evaluation (recall@k, MRR, NDCG) · LLM Engineering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Failure 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Synthetic-only queries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Wrong k reported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Missing filters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Aggregate hides segment regressions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Retrieval Evaluation (recall@k, MRR, NDCG) · LLM Engineering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FDE Angle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Objective RAG debugging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Regression suite for retrieval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Per-query traces plus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Retrieval Evaluation (recall@k, MRR, NDCG) · LLM Engineering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Evaluate retrieval like search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Pair with generation faithfulness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Use metrics to choose fixes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Retrieval Evaluation (recall@k, MRR, NDCG) · LLM Engineering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TREC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BEIR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RAGAS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Introduction to 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Retrieval Evaluation (recall@k, MRR, NDCG) · LLM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