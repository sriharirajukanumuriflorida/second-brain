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Vector Database Landscape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Choosing Chroma, Qdrant, Weaviate, Pinecone, Milvus, pgvector, FAISS, or a hybrid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4 · Weeks 14/20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Compare major vector stores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Explain managed vs self-host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Evaluate filters/hybrid/tenancy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Choose with a requirements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Vector Database Landscape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Vector DB = operational retrieval layer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Not just embedding storage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Controls filters, updates, latency, tenancy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Vector Database Landscape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FAISS: library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Chroma: local/dev ergonomics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pgvector: Postgres-native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Qdrant/Weaviate/Milvus/Pinecone: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Vector Database Landscape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Managed vs Self-Host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Managed: uptime, backups, scaling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Self-host: control, residency, cost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Main question: who owns incidents?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Vector Database Landscape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RAG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Metadata filters and ACLs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Hybrid lexical+dense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Batch upserts/deletes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Namespaces and versioning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Vector Database Landscape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Selection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weights = {"managed": 3, "filters": 2}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scores = {"Pinecone": 10, "pgvector": 8}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print(max(scores, key=scores.get))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Index Tradeoffs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HNSW: common high-recall low-latency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IVF/PQ: memory savings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Quantization: cost vs recall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Updates can change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Vector Database Landscape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Candidate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Prototype: FAISS/Chroma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Postgres app: pgvector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Low-ops managed: Pinecone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Open-source service: Qdrant/Weaviate/Milvus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Vector Database Landscape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Benchmarking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your embeddings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your filters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Use your query distribution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Measure recall/latency/cost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Vector Database Landscape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Brand-first choice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Ignoring filters/deletes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Treating FAISS as a service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migration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Vector Database Landscape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Architecture decision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Selection memo + POC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Client data beats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Vector Database Landscape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Choose operating model first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Filters and hybrid matter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Benchmark before committing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Vector Database Landscape · LLM Engineering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Vendor docs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FAISS and pgvector docs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ANN-benchmarks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Vector Database Landscape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