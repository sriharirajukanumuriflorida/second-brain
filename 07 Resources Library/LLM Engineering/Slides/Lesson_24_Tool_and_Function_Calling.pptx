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Tool / Function Calling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Typed model-emitted tool calls executed by a safe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calling turns an LLM into a planner that can request typed actions, while your runtime remains the executor and safety boundary.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tool/function calling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Anthropic tool-use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ReAct (Yao 2210.03629)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Tool / Function Calling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