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Agent Memory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Short-term context, long-term vector memory, consolidation, and write policies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5 · Week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Explain the pattern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Implement a toy offline version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Name design tradeoffs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Spot production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Memory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Agent memory is a write policy plus a retrieval policy, not merely a vector database.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The model is only one component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Runtime contracts create reliability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Trace every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Memory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State enters runtime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Model/policy selects next step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Tools or memory execute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Observations update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Memory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Interfaces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Typed inputs and outputs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Schemas and roles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Validation before side effects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Clear refusal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Memory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Step caps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Timeouts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Budgets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Human checkpoints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Memory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Minimal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def step(state):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action = policy(state)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observation = execute(action)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update(state, observation)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Autonomy vs predictability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Flexibility vs cost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Abstraction vs control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Speed vs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Memory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Task success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Trace inspection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Regression scenarios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Cost and 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Memory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Untrusted model outputs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Scoped capabilities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 injection awareness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Audit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Memory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Unbounded loops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Ambiguous ownership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validation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Memory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Turn fuzzy workflows into systems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Ship contracts and diagrams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Prove behavior with traces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Teach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Memory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Design the runtime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Constrain autonomy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Measure behavior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Prefer simple reliable loops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Memory · LLM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MemGPT (Packer 2310.08560)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Generative Agents (Park 2304.03442)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vector retrieval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Memory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