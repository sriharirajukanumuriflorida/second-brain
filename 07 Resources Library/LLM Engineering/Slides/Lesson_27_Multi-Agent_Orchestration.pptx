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Multi-Agent Orchestration</a:t>
            </a:r>
          </a:p>
          <a:p>
            <a:pPr>
              <a:defRPr sz="2200">
                <a:solidFill>
                  <a:srgbClr val="2196F3"/>
                </a:solidFill>
              </a:defRPr>
            </a:pPr>
            <a:r>
              <a:t>Supervisor-worker, handoffs, debate, and blackboards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9900"/>
                </a:solidFill>
              </a:defRPr>
            </a:pPr>
            <a:r>
              <a:t>LLM Engineering · Domain 5 · Week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Explain the pattern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Implement a toy offline version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Name design tradeoffs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Spot production failures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Multi-Agent Orchestration · LLM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Core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Multi-agent orchestration helps only when role specialization beats coordination overhead.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The model is only one component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Runtime contracts create reliability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Trace every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Multi-Agent Orchestration · LLM Engineering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State enters runtime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Model/policy selects next step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Tools or memory execute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Observations update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Multi-Agent Orchestration · LLM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Interfaces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Typed inputs and outputs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Schemas and roles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Validation before side effects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Clear refusal paths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Multi-Agent Orchestration · LLM Engineering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Step caps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Timeouts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Budgets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Human checkpoints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Multi-Agent Orchestration · LLM Engineering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9900"/>
                </a:solidFill>
              </a:defRPr>
            </a:pPr>
            <a:r>
              <a:t>Minimal Pattern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solidFill>
            <a:srgbClr val="101828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E6EDF3"/>
                </a:solidFill>
                <a:latin typeface="Menlo"/>
              </a:defRPr>
            </a:pPr>
            <a:r>
              <a:t>def step(state):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action = policy(state)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observation = execute(action)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return update(state, observation)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Tradeoffs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Autonomy vs predictability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Flexibility vs cost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Abstraction vs control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Speed vs observability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Multi-Agent Orchestration · LLM Engineering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Task success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Trace inspection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Regression scenarios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Cost and latency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Multi-Agent Orchestration · LLM Engineering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Untrusted model outputs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Scoped capabilities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Prompt injection awareness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Audit logs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Multi-Agent Orchestration · LLM Engineering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Failure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Unbounded loops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Ambiguous ownership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 validation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Multi-Agent Orchestration · LLM Engineering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FDE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Turn fuzzy workflows into systems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Ship contracts and diagrams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Prove behavior with traces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Teach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Multi-Agent Orchestration · LLM Engineering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Design the runtime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Constrain autonomy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Measure behavior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Prefer simple reliable loops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Multi-Agent Orchestration · LLM Engineering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AutoGen (Wu 2308.08155)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CrewAI docs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LangGraph multi-agent docs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MetaGPT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Multi-Agent Orchestration · LLM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