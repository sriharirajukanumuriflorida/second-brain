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MCP (Model Context Protocol)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Standard host-client-server connections to tools, resources, and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5 · Week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offline version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design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Spot production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MCP is a standard protocol for plugging model hosts into external resources, tools, and prompts through servers.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model is only one component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Runtime contracts create reliability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every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enters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Model/policy selects next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 or memory execute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Observations update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Typed inputs and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Schemas and roles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before side effects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Clear refusal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Step caps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Timeouts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Budgets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step(state):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action = policy(state)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observation = execute(action)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update(state, observation)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Autonomy vs predictability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Flexibility vs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vs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Speed vs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Task success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inspection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scenarios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and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Untrusted model outputs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Scoped capabilities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 awareness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Ambiguous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fuzzy workflows into systems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Ship contracts and diagrams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 behavior with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Teach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the runtime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autonomy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simple reliable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Anthropic MCP docs at modelcontextprotocol.io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MCP SDK examples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tool-use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MCP (Model Context Protocol)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