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Eval Fundamentals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Golden datasets, offline versus online evals, and the harness that turns demos into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6 · Week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Define the behavior being measured and the evidence required.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how the dataset, scorer, baseline, and threshold interact.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slices that could hide severe regressions behind a good average.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Describe how you would calibrate the metric against human judgment.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Fundamentals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Evaluation is an engineering control loop, not a one-time report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Define cases, scorer, slices, baseline, and decision rule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Averages are useful only after critical slices are safe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Saved artifacts make results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Fundamentals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Dataset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Start with representative real tasks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Add edge cases and known failures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Keep stable regression and growing discovery sets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Version labels, prompts, retrievers, and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Fundamentals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Metric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deterministic metrics where possible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judges only with rubrics and calibration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task quality plus system cost, latency, and safety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Report confidence intervals and paired deltas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Fundamentals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Slice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Slice by intent, difficulty, source, user segment, language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Debug worst slices before celebrating overall wins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Protect high-risk slices with explicit gates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repeated failures into new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Fundamentals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Offline Metric Skeleton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import numpy as np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def precision_recall_f1(pred, gold):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pred, gold = set(pred), set(gold)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tp = len(pred &amp; gold)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precision = tp / max(1, len(pred))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recall = tp / max(1, len(gold))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f1 = 0.0 if precision + recall == 0 else 2 * precision * recall / (precision + recall)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precision, recall, f1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def evaluate(rows):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out = []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for r in rows: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p, rec, f1 = precision_recall_f1(r["pred_labels"], r["gold_labels"])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out.append({"id": r["id"], "slice": r["slice"], "precision": p, "recall": rec, "f1": f1})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out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rows = [{"id":"a","slice":"easy","pred_labels":["refund"],"gold_labels":["refund"]},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{"id":"b","slice":"hard","pred_labels":["refund"],"gold_labels":["escalate"]}]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print(evaluate(rows))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Offline to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Offline catches regressions before users do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Shadow and canary reduce blast radius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A/B tests estimate causal user impact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Feedback signals are noisy labels, not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Fundamentals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Compare automated scores to expert labels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Inspect disagreements manually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judge and metric drift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Re-run old cases after changing scorers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Fundamentals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Demo-driven confidence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chasing without task fit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Unblinded or biased judges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uncertainty estimate or multiple-comparison caution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Fundamentals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Shipping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Pre-register thresholds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Require no severe slice regressions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Save per-case traces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Block, ship, or investigate explicitly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Fundamentals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deliverable is a measurement system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Stakeholders need decisions, not metric theater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good harness makes iteration cheaper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Evals convert LLM uncertainty into manageable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Fundamentals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Evals and HELM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RAGAS, TruLens, DeepEval, Promptfoo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Kohavi experimentation; Efron bootstrap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and red-team papers as applicable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Fundamentals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