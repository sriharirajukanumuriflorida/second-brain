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Groundedness / Faithfulness / Hallucination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Claim-level support, citation checking, and hallucination measurement for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6 · Week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Define the behavior being measured and the evidence required.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how the dataset, scorer, baseline, and threshold interact.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slices that could hide severe regressions behind a good average.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Describe how you would calibrate the metric against human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Groundedness / Faithfulness / Hallucination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Evaluation is an engineering control loop, not a one-time report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Define cases, scorer, slices, baseline, and decision rule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Averages are useful only after critical slices are safe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Saved artifacts make results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Groundedness / Faithfulness / Hallucination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with representative real tasks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 edge cases and known failures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stable regression and growing discovery sets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 labels, prompts, retrievers,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Groundedness / Faithfulness / Hallucination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Metric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metrics where possible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judges only with rubrics and calibration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task quality plus system cost, latency, and safety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Report confidence intervals and paired deltas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Groundedness / Faithfulness / Hallucination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Slice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Slice by intent, difficulty, source, user segment, language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Debug worst slices before celebrating overall wins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high-risk slices with explicit gates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repeated failures into new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Groundedness / Faithfulness / Hallucination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Offline Metric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import re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tokens(s): return set(re.findall(r"[a-z0-9]+", s.lower()))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claim_support(claim, context):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c, ctx = tokens(claim), tokens(context)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len(c &amp; ctx) / max(1, len(c))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faithfulness(claims, context, threshold=0.6):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scores = [claim_support(c, context) for c in claims]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{"scores": scores, "faithful": sum(s &gt;= threshold for s in scores) / max(1, len(scores))}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print(faithfulness(["refunds allowed within 30 days", "shipping is free"], "refunds are allowed within 30 days with receipt"))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Offline to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Offline catches regressions before users do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Shadow and canary reduce blast radius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A/B tests estimate causal user impact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Feedback signals are noisy labels, not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Groundedness / Faithfulness / Hallucination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automated scores to expert labels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Inspect disagreements manually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judge and metric drift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Re-run old cases after changing scorers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Groundedness / Faithfulness / Hallucination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Demo-driven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chasing without task fit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Unblinded or biased judges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uncertainty estimate or multiple-comparison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Groundedness / Faithfulness / Hallucination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Shipping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Pre-register thresholds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 no severe slice regressions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 per-case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Block, ship, or investigate explicitly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Groundedness / Faithfulness / Hallucination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deliverable is a measurement system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Stakeholders need decisions, not metric theater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good harness makes iteration cheaper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Evals convert LLM uncertainty into manageable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Groundedness / Faithfulness / Hallucination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Evals and HELM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RAGAS, TruLens, DeepEval, Promptfoo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Kohavi experimentation; Efron bootstrap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and red-team papers as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Groundedness / Faithfulness / Hallucination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