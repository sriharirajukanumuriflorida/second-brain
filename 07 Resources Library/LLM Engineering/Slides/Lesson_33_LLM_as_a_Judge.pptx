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LLM-as-a-Judge Done Right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Rubrics, calibration, pairwise comparisons, and bias controls for judge-based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6 · Week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Define the behavior being measured and the evidence required.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how the dataset, scorer, baseline, and threshold interact.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slices that could hide severe regressions behind a good average.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Describe how you would calibrate the metric against human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Evaluation is an engineering control loop, not a one-time report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 cases, scorer, slices, baseline, and decision rule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Averages are useful only after critical slices are safe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Saved artifacts make results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with representative real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edge cases and known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stable regression and growing discovery sets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labels, prompts, retrievers,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Metric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metrics where possible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judges only with rubrics and calibration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task quality plus system cost, latency, and safety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Report confidence intervals and paired deltas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Slice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Slice by intent, difficulty, source, user segment, language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Debug worst slices before celebrating overall wins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high-risk slices with explicit gates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repeated failures into new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Offline Metric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simulated_judge(a, b):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keys = {"supported", "specific", "safe", "concise"}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sa = sum(k in a.lower() for k in keys); sb = sum(k in b.lower() for k in keys)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"A" if sa &gt;= sb else "B"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accuracy(preds, labels): return sum(p == y for p,y in zip(preds, labels)) / len(labels)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pairs = [("specific supported answer", "vague answer"), ("long unsafe answer", "concise safe answer")]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print(accuracy([simulated_judge(a,b) for a,b in pairs], ["A","B"]))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Offline to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Offline catches regressions before users do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Shadow and canary reduce blast radius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A/B tests estimate causal user impact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signals are noisy labels, not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automated scores to expert labels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Inspect disagreements manually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judge and metric drift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Re-run old cases after changing scorers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Demo-driven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chasing without task fit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Unblinded or biased judges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uncertainty estimate or multiple-comparison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Shipping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Pre-register thresholds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 no severe slice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 per-case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Block, ship, or investigate explicitly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deliverable is a measurement system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Stakeholders need decisions, not metric theater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good harness makes iteration cheaper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Evals convert LLM uncertainty into manageable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Evals and HELM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RAGAS, TruLens, DeepEval, Promptfoo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Kohavi experimentation; Efron bootstrap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and red-team papers as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LLM-as-a-Judge Done Right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