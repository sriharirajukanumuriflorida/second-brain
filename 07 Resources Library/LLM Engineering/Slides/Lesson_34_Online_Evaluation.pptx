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Online Evaluation (A/B, live feedback)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A/B tests, canaries, feedback signals, guardrail metrics, and sample-ratio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6 · Week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the behavior being measured and the evidence required.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the dataset, scorer, baseline, and threshold interact.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slices that could hide severe regressions behind a good average.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how you would calibrate the metric against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is an engineering control loop, not a one-time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cases, scorer, slices, baseline, and decision rule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Averages are useful only after critical slices are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Saved artifacts make results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with representative real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edge cases and known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stable regression and growing discovery sets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labels, prompts, retrievers,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metrics where possible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judges only with rubrics and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task quality plus system cost, latency, and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Report confidence intervals and paired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intent, difficulty, source, user segment,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worst slices before celebrating overall wins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high-risk slices with explicit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repeated failures into new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Offline Metric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math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mean_ci(control, treatment, z=1.96):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nc, nt = len(control), len(treatment)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mc, mt = sum(control)/nc, sum(treatment)/nt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vc = sum((x-mc)**2 for x in control)/(nc-1)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vt = sum((x-mt)**2 for x in treatment)/(nt-1)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se = math.sqrt(vc/nc + vt/nt)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diff = mt - mc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diff, (diff - z*se, diff + z*se)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print(mean_ci([0,1,1,0,1], [1,1,1,0,1]))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Offline to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Offline catches regressions before users do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Shadow and canary reduce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tests estimate causal user impact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signals are noisy labels, not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automated scores to expert labels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Inspect disagreements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judge and metric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Re-run old cases after changing scorers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Demo-driven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chasing without task fit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Unblinded or biased judges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uncertainty estimate or multiple-comparison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Shipping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Pre-register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no severe slice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 per-case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Block, ship, or investigate explicitly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measurement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 need decisions, not metric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harness makes iteration cheaper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convert LLM uncertainty into manageable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Evals and HELM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RAGAS, TruLens, DeepEval, Promptfoo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Kohavi experimentation; Efron bootstrap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and red-team papers as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Online Evaluation (A/B, live feedback)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