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Statistical Rigor in Eval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Confidence intervals, bootstrap, paired tests, multiple comparisons, and variance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bootstrap_ci(x, stat=np.mean, B=5000, alpha=0.05, seed=0):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rng=np.random.RandomState(seed); x=np.asarray(x,float)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vals=[stat(rng.choice(x, size=len(x), replace=True)) for _ in range(B)]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np.quantile(vals, [alpha/2, 1-alpha/2])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print(bootstrap_ci([1,0,1,1,0,1]))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Statistical Rigor in Eval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