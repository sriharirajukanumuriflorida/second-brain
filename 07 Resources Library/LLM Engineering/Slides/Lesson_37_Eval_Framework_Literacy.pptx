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Eval Framework Literacy (RAGAS, DeepEval, Promptfoo)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RAGAS, DeepEval, Promptfoo, Langfuse, TruLens, OpenAI Evals, and LangSmith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frameworks={"RAGAS":{"rag":3,"ci":2,"traces":1},"Promptfoo":{"rag":1,"ci":3,"traces":1},"Langfuse":{"rag":2,"ci":2,"traces":3}}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rank(needs):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rows=[]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name,caps in frameworks.items(): rows.append((sum(needs.get(k,0)*caps.get(k,0) for k in needs), name))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sorted(rows, reverse=True)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print(rank({"rag":3,"ci":2,"traces":1}))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Eval Framework Literacy (RAGAS, DeepEval, Promptfoo)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