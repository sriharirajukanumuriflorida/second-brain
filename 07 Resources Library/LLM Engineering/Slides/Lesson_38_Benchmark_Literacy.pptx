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Benchmark Literacy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Reading MMLU, GSM8K, HumanEval, MT-Bench, BEIR, MTEB, GPQA, and SWE-bench without being fooled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6 · Week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Define the behavior being measured and the evidence required.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how the dataset, scorer, baseline, and threshold interact.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slices that could hide severe regressions behind a good average.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Describe how you would calibrate the metric against human judgment.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Benchmark Literacy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Evaluation is an engineering control loop, not a one-time report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Define cases, scorer, slices, baseline, and decision rule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Averages are useful only after critical slices are safe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Saved artifacts make results 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Benchmark Literacy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Dataset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Start with representative real tasks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Add edge cases and known failures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Keep stable regression and growing discovery sets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Version labels, prompts, retrievers, and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Benchmark Literacy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Metric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deterministic metrics where possible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judges only with rubrics and calibration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task quality plus system cost, latency, and safety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Report confidence intervals and paired deltas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Benchmark Literacy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Slice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Slice by intent, difficulty, source, user segment, language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Debug worst slices before celebrating overall wins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Protect high-risk slices with explicit gates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Turn repeated failures into new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Benchmark Literacy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Offline Metric Skeleton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ngrams(text, n=5):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w=text.lower().split()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{tuple(w[i:i+n]) for i in range(max(0, len(w)-n+1))}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def overlap_probe(item, corpus_docs, n=5):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target=ngrams(item,n); hits=[]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for name, doc in corpus_docs.items():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ov=len(target &amp; ngrams(doc,n))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if ov: hits.append((name, ov))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sorted(hits, key=lambda x:x[1], reverse=True)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print(overlap_probe("solve the refund policy word problem carefully", {"doc":"refund policy word problem carefully appears here"}, n=3))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Offline to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Offline catches regressions before users do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Shadow and canary reduce blast radius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A/B tests estimate causal user impact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Feedback signals are noisy labels, not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Benchmark Literacy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Compare automated scores to expert labels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Inspect disagreements manually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judge and metric drift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Re-run old cases after changing scorers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Benchmark Literacy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Demo-driven confidence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Benchmark chasing without task fit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Unblinded or biased judges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uncertainty estimate or multiple-comparison caution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Benchmark Literacy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Shipping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Pre-register thresholds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Require no severe slice regressions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Save per-case traces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Block, ship, or investigate explicitly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Benchmark Literacy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deliverable is a measurement system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Stakeholders need decisions, not metric theater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good harness makes iteration cheaper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Evals convert LLM uncertainty into manageable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Benchmark Literacy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OpenAI Evals and HELM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RAGAS, TruLens, DeepEval, Promptfoo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Kohavi experimentation; Efron bootstrap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Benchmark and red-team papers as applicable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Benchmark Literacy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