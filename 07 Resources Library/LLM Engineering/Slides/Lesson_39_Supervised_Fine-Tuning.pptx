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Supervised Fine-Tuning &amp; Instruction Tuning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Teaching a model the response behavior, format, and instruction-following style you want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7 · Week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the core training objective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the data shape and quality checks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the key math in numpy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the method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SFT teaches behavior, not fresh facts.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Instruction tuning is broad supervised imitation.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Mask prompt tokens and pin chat templates.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against prompting and RAG baselines.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7.1 The supervised objective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7.2 Instruction tuning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7.3 Chat templates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7.4 Data quality over quantity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7.5 SFT versus RAG and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SFT continues next-token training on demonstrations. The target is the assistant response, not the entire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Instruction tuning is SFT over many natural-language tasks and answer styles. InstructGPT showed the valu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chat template serializes roles into tokens. Training and serving must use the same template, EOS marker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objective only helps when labels encode the behavior you actually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Assistant Loss Mask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tokens, mask = render_chat(messages)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loss = mean(-logp[t,label[t]] for t if mask[t])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user/system are context; assistant is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SFT vs prompting: Prompt first; fine-tune only when the same behavioral failure recurs.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SFT vs RAG: Behavior belongs in weights; changing knowledge and provenance belong in retrieval.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Loss mask: Mask system/user tokens and train only assistant targets.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Dataset size: Start with hundreds or thousands of excellent rows before chasing scale.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Forgetting control: Use low learning rates, early stopping, and regression evals.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Operational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SFT vs RAG: Behavior belongs in weights; changing knowledge and provenance belong in retrieval.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Loss mask: Mask system/user tokens and train only assistant targets.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Dataset size: Start with hundreds or thousands of excellent rows before chasing scale.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Forgetting control: Use low learning rates, early stopping, and regression evals.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Template governance: Version the chat template with the adapter/checkpoint.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Training on noisy scraped conversations makes the model imitate noise.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Forgetting prompt-token masking causes role echoing and prompt reconstruction.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Using SFT as a knowledge upload creates stale untraceable facts.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Template mismatch between training and inference breaks role behavior.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Overfitting a tiny style set causes catastrophic forgetting.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Fine-tuning is a product-behavior lever, not a magic memory implant.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credible deliverable includes dataset card, train/val split, template, and evals.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Most SFT incidents trace to data curation, masking, or template drift.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SFT only after a prompt/RAG baseline proves the gap is behavioral.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compare to the cheapest baseline: prompting, RAG, or a smaller model.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Hold out realistic examples and track regressions.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offline checks for math, data splits, and contamination.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 training artifacts as versioned production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SFT teaches behavior, not fresh facts.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Instruction tuning is broad supervised imitation.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Mask prompt tokens and pin chat templates.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against prompting and RAG baselines.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Ouyang et al. InstructGPT (arXiv:2203.02155)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Wei et al. FLAN instruction tuning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Zhou et al. LIMA (arXiv:2305.11206)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Hugging Face TRL SFTTrainer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Supervised Fine-Tuning &amp; Instruction Tuning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