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LoRA / QLoRA / PEFT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Training small low-rank adapters instead of updating every model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LoRA learns a low-rank delta.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QLoRA quantizes the frozen base.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Adapters are modular deployable artifacts.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adapter and base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Low-rank update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Rank and alpha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Target modules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QLoRA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Serving adapters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LoRA freezes a dense matrix `W` and trains `ΔW=(α/r)BA`, where `A` maps into a small rank-r space and `B`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Rank controls adapter capacity; alpha controls update scale. More rank increases trainable parameters and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Common targets are attention `q_proj` and `v_proj`; larger shifts may also adapt `k/o` and MLP projection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LoRA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base = W @ x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delta = (alpha/r) * B @ (A @ x)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y = base + delta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Rank: Start r=8 or 16 and scale only if validation shows under-capacity.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Alpha: Tune alpha with rank because it changes update magnitude.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Targets: q/v is cheap; add MLP for larger domain shifts.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QLoRA: Use when memory is the bottleneck.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Merging: Merge for one adapter; hot-swap for many.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Alpha: Tune alpha with rank because it changes update magnitude.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Targets: q/v is cheap; add MLP for larger domain shifts.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QLoRA: Use when memory is the bottleneck.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Merging: Merge for one adapter; hot-swap for many.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Metadata: Record base hash, template, rank, alpha, and target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Training all weights when an adapter would suffice wastes memory.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High rank on small data overfits.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Wrong base checkpoint plus adapter silently fails.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Assuming 4-bit storage removes activation memory needs.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Targeting too few modules underfits large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PEFT is the practical fine-tuning default under budget constraints.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Adapters are production artifacts needing versioning and rollback.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QLoRA can make an otherwise impossible GPU project feasible.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plan includes memory estimate, config, and serving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LoRA learns a low-rank delta.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QLoRA quantizes the frozen base.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Adapters are modular deployable artifacts.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adapter and base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 et al. LoRA (arXiv:2106.09685)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Dettmers et al. QLoRA (arXiv:2305.14314)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Hugging Face PEFT documentation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bitsandbytes NF4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LoRA / QLoRA / PEFT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