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Preference Optimization (RLHF, RLAIF, DPO, ORPO)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Teaching a model which plausible answer should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7 · Week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core training objective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data shape and quality checks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the key math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the method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Preference data ranks answers.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RLHF uses reward model plus PPO.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DPO optimizes pairwise margins directly.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Reward hacking requires audits.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7.1 Preference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7.2 RLHF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7.3 RLAIF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7.4 DPO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7.5 ORPO and reward hacking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data unit is `(prompt, chosen, rejected)`. Labels must follow a rubric for helpfulness, correctness, 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Classic RLHF uses SFT, trains a reward model from comparisons, then optimizes the policy with PPO while 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RLAIF replaces or augments human labels with AI judges or constitutional rules. It scales labeling but 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objective only helps when labels encode the behavior you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DPO 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margin = (pi_chosen - pi_rejected) - (ref_chosen - ref_rejected)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loss = -logsigmoid(beta * margin)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RLHF vs DPO: Use DPO for simpler stable pairwise optimization; PPO when rewards are complex or online.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vs AI labels: Use humans for rubrics and audits; RLAIF for scale.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Reference control: Keep a reference/KL anchor to prevent drift.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Beta/KL: Higher pressure increases preference movement and hacking risk.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Rubric: Write explicit preference criteria before labeling.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vs AI labels: Use humans for rubrics and audits; RLAIF for scale.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Reference control: Keep a reference/KL anchor to prevent drift.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Beta/KL: Higher pressure increases preference movement and hacking risk.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Rubric: Write explicit preference criteria before labeling.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Metrics: Track win rate plus correctness, safety, verbosity, and regressions.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Preference labels reward verbosity instead of correctness.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pairs create noisy gradients.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reference/KL control lets the policy exploit proxies.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judges without audits encode blind spots.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Win rate improves while task success falls.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preference optimization after SFT when answers are plausible but not consistently preferred.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artifact is a comparison dataset plus rubric.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DPO is often the pragmatic default because it avoids PPO complexity.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Reward hacking is a product risk requiring adversarial evals.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compare to the cheapest baseline: prompting, RAG, or a smaller model.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 out realistic examples and track regressions.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offline checks for math, data splits, and contamination.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training artifacts as versioned production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Preference data ranks answers.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RLHF uses reward model plus PPO.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DPO optimizes pairwise margins directly.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Reward hacking requires audits.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Christiano et al. human preferences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Ouyang et al. InstructGPT (arXiv:2203.02155)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Rafailov et al. DPO (arXiv:2305.18290)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Hong et al. ORPO (arXiv:2403.07691)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Anthropic Constitutional AI and RLAIF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Preference Optimization (RLHF, RLAIF, DPO, ORPO)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