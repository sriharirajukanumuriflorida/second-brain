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Distillation &amp; Small-Model Strategies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Compressing teacher behavior into smaller, cheaper, faster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7 · Week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the core training objective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the data shape and quality checks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the key math in numpy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the method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Distillation is teacher-student apprenticeship.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Soft labels carry more signal than argmax labels.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models optimize cost and latency.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Route hard cases to larger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7.1 Knowledge distillation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7.2 KL objective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7.3 Sequence-level distillation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7.4 Distilling step-by-step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7.5 Small-model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student model learns from a larger teacher through soft targets, logits, rationales, or generated respo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Logit distillation often minimizes KL divergence between teacher and student distributions, sometimes wit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For generative tasks, the teacher produces full target sequences that become SFT data for the student. 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objective only helps when labels encode the behavior you actually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Distillation KL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p_t = softmax(teacher_logits / 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p_s = softmax(student_logits / 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loss = sum(p_t * (log(p_t) - log(p_s)))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Teacher signal: Use logits when available; use sequence outputs when using API teachers.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Temperature: Higher T reveals dark knowledge among non-argmax classes.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Rationales: Use only if correct, licensed, and safe to train/serve.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Student size: Match size to latency and accuracy target.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Routing: Escalate uncertain or high-risk cases to larger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Operational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Temperature: Higher T reveals dark knowledge among non-argmax classes.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Rationales: Use only if correct, licensed, and safe to train/serve.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Student size: Match size to latency and accuracy target.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Routing: Escalate uncertain or high-risk cases to larger models.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Evaluation: Measure accuracy per dollar and latency, not accuracy alone.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Student copies teacher hallucinations.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Synthetic teacher data contaminates evals.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Over-compressed student fails edge cases.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Rationales leak hidden or unsafe reasoning.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Only measuring accuracy ignores latency/cost wins.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Distillation turns expensive capability into cheaper repeatable inference.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models can be the correct product even when less capable globally.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teacher-data recipe plus student eval and routing thresholds.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and latency are first-class ML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compare to the cheapest baseline: prompting, RAG, or a smaller model.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Hold out realistic examples and track regressions.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offline checks for math, data splits, and contamination.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 training artifacts as versioned production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Distillation is teacher-student apprenticeship.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Soft labels carry more signal than argmax labels.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models optimize cost and latency.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Route hard cases to larger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Hinton et al. Distilling the Knowledge in a Neural Network (arXiv:1503.02531)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Hsieh et al. Distilling Step-by-Step (arXiv:2305.02301)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sequence-level knowledge distillation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language model deployment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Distillation &amp; Small-Model Strategies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