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Embedding-Model Fine-Tuning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Adapting retrievers with contrastive pairs, in-batch negatives, and hard negatives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7 · Week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core training objective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data shape and quality checks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the key math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the method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 tuning teaches vector geometry.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In-batch negatives make contrastive learning efficient.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Hard negatives teach domain distinctions.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recall and downstream RAG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7.1 Contrastive objective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7.2 Triplets and hard negatives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7.3 MNRL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7.4 Domain adaptation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7.5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 fine-tuning pulls semantically matching pairs together and pushes non-matches apart. The batch 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Triplet data `(anchor, positive, negative)` teaches ranking. Hard negatives are plausible but wrong docum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Multiple Negatives Ranking Loss applies cross-entropy over the similarity matrix so each anchor selects 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objective only helps when labels encode the behavior you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MNRL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sim = normalize(anchors) @ normalize(positives).T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prob = softmax(sim / temperature, axis=1)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loss = -mean(log(diag(prob)))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Pair source: Mine positives from clicks, citations, QA pairs, or expert labels.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Negatives: Use hard negatives after a random-negative baseline.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Similarity: Cosine with normalized vectors is the common default.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Batch size: Larger batches provide more in-batch negatives.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Validation: Evaluate with frozen corpora and query 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Negatives: Use hard negatives after a random-negative baseline.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Similarity: Cosine with normalized vectors is the common default.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Batch size: Larger batches provide more in-batch negatives.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Validation: Evaluate with frozen corpora and query sets.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impact: Measure whether retriever gains improve final grounded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Random negatives make the task too easy.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False negatives push actually relevant documents away.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Train/test leakage inflates retrieval metrics.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Optimizing embedding loss without recall gains.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Changing embedding model without re-indexing vectors.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Retriever tuning is often cheaper than fine-tuning the generator.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 improvements are measurable with recall@k and MRR.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Hard negative mining is the main practical lever.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with re-indexing and rollback plans.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compare to the cheapest baseline: prompting, RAG, or a smaller model.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 out realistic examples and track regressions.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offline checks for math, data splits, and contamination.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training artifacts as versioned production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 tuning teaches vector geometry.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In-batch negatives make contrastive learning efficient.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Hard negatives teach domain distinctions.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recall and downstream RAG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Sentence-BERT (Reimers and Gurevych, arXiv:1908.10084)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SimCSE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sentence-transformers training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Multiple Negatives Ranking Loss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contrastive learning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Embedding-Model Fine-Tuning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