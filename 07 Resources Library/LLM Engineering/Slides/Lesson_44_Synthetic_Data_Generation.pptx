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Synthetic Data Generation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Using LLMs to create, evolve, filter, and govern training and evaluation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7 · Week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the core training objective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the data shape and quality checks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Implement the key math in numpy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Choose the method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Synthetic Data Generation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Synthetic data is a factory, not truth.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Self-Instruct bootstraps tasks and answers.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Evol-Instruct increases difficulty and diversity.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Filtering, licensing, and contamination decide usefulness.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Synthetic Data Generation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7.1 Synthetic data role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7.2 Self-Instruct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7.3 Evol-Instruct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7.4 Filtering and dedup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7.5 Uses and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Synthetic Data Generation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LLMs can generate training prompts, responses, preferences, rationales, negatives, and eval cases. Synthe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Self-Instruct bootstraps instruction data by asking a model to create tasks, filter them, and generate 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Evol-Instruct mutates simple instructions into harder, more constrained, multi-step tasks. It expands cov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objective only helps when labels encode the behavior you actually want.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Synthetic Data Generation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Filter and Dedup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key = normalize(prompt, answer)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if score &gt;= threshold and key not in seen: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keep(row)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then check against held-out eval prompts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Seed quality: Start from real user/task seeds when possible.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Generator: Use a teacher whose license and behavior are acceptable.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Filtering: Apply schema checks, dedup, safety filters, and human audits.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Diversity: Track coverage by task type, difficulty, domain, and style.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Contamination: Never train on data derived from held-out eval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Synthetic Data Generation · LLM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Operational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Generator: Use a teacher whose license and behavior are acceptable.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Filtering: Apply schema checks, dedup, safety filters, and human audits.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Diversity: Track coverage by task type, difficulty, domain, and style.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Contamination: Never train on data derived from held-out eval answers.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Mixing: Blend synthetic with real data and monitor marginal gains.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Synthetic Data Generation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Blindly trusting generated labels imports teacher errors.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Near-duplicate synthetic rows inflate dataset size without coverage.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Synthetic evals leak into training and destroy measurement.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Licensing terms forbid derivative training use.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Generated data is too easy, causing shallow instruction following.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Synthetic Data Generation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Synthetic data is often the fastest way to expand coverage after real seeds expose gaps.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real deliverable is a generation-and-filtering pipeline, not a raw dump.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Data provenance and licensing are product requirements.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Hold-out eval hygiene matters more when the model can generate benchmark-like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Synthetic Data Generation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Always compare to the cheapest baseline: prompting, RAG, or a smaller model.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Hold out realistic examples and track regressions.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deterministic offline checks for math, data splits, and contamination.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Treat training artifacts as versioned production assets.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Synthetic Data Generation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Synthetic data is a factory, not truth.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Self-Instruct bootstraps tasks and answers.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Evol-Instruct increases difficulty and diversity.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Filtering, licensing, and contamination decide usefulness.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Synthetic Data Generation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Wang et al. Self-Instruct (arXiv:2212.10560)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Evol-Instruct / WizardLM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Alpaca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synthetic data for distillation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data contamination and deduplication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Synthetic Data Generation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