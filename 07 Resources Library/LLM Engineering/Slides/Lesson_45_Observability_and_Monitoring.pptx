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Observability &amp; Monitoring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Tracing, metrics, feedback, drift, and PII-safe telemetry for LLM/RAG/agent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8 · Week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a trace schema for LLM/RAG/agent calls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Track latency, tokens, errors, cost, and feedback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Build dashboards for quality and operations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Log prompts safely with redaction and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Traditional monitoring: is the endpoint up?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 monitoring: what did the model see, spend, and decide?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= reconstructable chain of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Quality, cost, and safety are production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Span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request root: tenant, session, prompt version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retrieval: query, doc ids, scores, 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prompt: template hash + variables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llm.call: model, tokens, cost, finish reason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tool/parser/guardrail: status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p50/p95/p99 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error and timeout rate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tokens/request and cost/request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cache hit, retrieval hit, refusal rate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score and escalation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Drift and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tenant, intent, language, prompt version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Track model upgrades and corpus changes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Join feedback to trace 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online feedback to refresh offline evals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PII Safe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Redact before export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Sample raw payloads; keep metadata always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Retention windows and role-based access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Templates + variables &gt; raw mega-strings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Latency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lat = np.array([e["latency_ms"] for e in events])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print(np.percentile(lat, [50, 95]))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error_rate = sum(e["status"] != "ok" for e in events) / len(events)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cost = sum(e["cost_usd"] for e in events)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Tooling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LangSmith: traces, datasets, evals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Langfuse: open-source traces/metrics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OpenTelemetry GenAI: portable conventions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Phoenix: tracing + evals for RAG/LLMs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Metadata always; raw payloads sampled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Prompt/model version on every event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Tail latency over averages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must join to trace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HTTP monitoring only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Raw prompt hoarding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prompt version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retrieval metadata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disconnected from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 dashboard + span schema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Show cost/latency/quality by slice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privacy constraints explicit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traces to prioritize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LangSmith, Langfuse, Phoenix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OpenTelemetry GenAI semantic conventions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Provider usage/cost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Observability &amp; Monitoring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