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Inference &amp; Serving (vLLM, TGI, batching, streaming)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Serving LLMs with continuous batching, streaming, quantization, autoscaling, and KV-cache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8 · Week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prefill vs decode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continuous batching and KV cache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streaming and TTFT metrics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Pick autoscaling signals for LLM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Serving is queueing + memory management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GPUs busy without ruining TTFT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Variable sequence lengths make scheduling hard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cache limits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Prefill vs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Prefill: process prompt, build KV cache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Decode: one token at a 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 prompts stress prefill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Many streams stress decode + KV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Continuous Batching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requests as others finish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Better GPU utilization and tokens/sec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Tradeoff: queue wait and TTFT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 wait time to protect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PagedAttention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cache split into pages/blocks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Less fragmentation for mixed lengths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Efficient allocation/free/reuse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Core vLLM throughput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SSE/websocket tokens as decoded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Improves perceived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Enables cancellation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TTFT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Batching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while queue or active: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fill(active, queue, max_batch)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decode_one_token(active)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active = [r for r in active if r.remaining &gt; 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Quantized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Fit larger model or more concurrency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INT8/INT4 depends on kernels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quality on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real tokens/sec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Autoscaling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Queue depth and queue 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TTFT and p95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GPU/KV utilization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Tokens/sec and error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Weights-only VRAM math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Throughput over TTFT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Static batches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CPU-based autoscaling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Unevaluated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Translate serving choices to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Capacity plan from traffic distributions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Recommend vLLM/TGI before custom schedulers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 SLO-aware serving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vLLM PagedAttention, Kwon 2309.06180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Hugging Face TGI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NVIDIA/Triton serving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Inference &amp; Serving (vLLM, TGI, batching, streaming)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