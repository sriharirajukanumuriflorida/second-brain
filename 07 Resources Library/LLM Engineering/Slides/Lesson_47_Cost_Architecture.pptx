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Cost Architecture (caching, routing, gateway)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Exact and semantic caching, model routing, gateways, cascades, token budgets, and cost-aware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8 · Week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Measure cost per request and feature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Design exact + semantic caching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Route and cascade across models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Use gateways for budgets and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Cost Architecture (caching, routing, gateway)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Core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Cost is architecture, not prompt cleanup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Spend strong-model dollars selectively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Cheapest request is one you do not send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Gateway creates a cost control plane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Cost Architecture (caching, routing, gateway)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Meter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Cost/request by tenant, feature, model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Input/output tokens, retries, embeddings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p50/p95 cost, not only total bill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 version and route attribution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Cost Architecture (caching, routing, gateway)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Caching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Exact cache: normalized deterministic keys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Semantic cache: paraphrase hits via embeddings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Requires TTL, versioning, thresholds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Cache invalidates with corpus/prompt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Cost Architecture (caching, routing, gateway)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Cheap models for easy traffic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Strong models for hard/high-value/risky cases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Rules, classifiers, confidence gates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 guardrails prevent quality collapse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Cost Architecture (caching, routing, gateway)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Cascades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Ask cheap model first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Validate or score confidence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Escalate only on low confidence/failure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FrugalGPT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Cost Architecture (caching, routing, gateway) · LLM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Cascade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first = cheap_model(task)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if first["confidence"] &gt;= 0.75: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first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return strong_model(task)  # pay only when needed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Token Reduction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Retrieve fewer, better chunks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Summarize conversation state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Trim few-shot and repeated instructions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Constrain output when prose is not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Cost Architecture (caching, routing, gateway)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Gateway Policies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Model aliases and provider keys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Budgets and rate limits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Retries, fallbacks, logging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Per-tenant ledgers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Cost Architecture (caching, routing, gateway)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attribution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Loose semantic cache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Stale cache keys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Always cheapest or always strongest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central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Cost Architecture (caching, routing, gateway)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Show cost waterfall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Connect quality guardrails to savings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Enforce budgets at runtime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Deliver gateway + router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Cost Architecture (caching, routing, gateway)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GPTCache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LiteLLM gateway/proxy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FrugalGPT, Chen 2305.05176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Provider batch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Cost Architecture (caching, routing, gateway)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