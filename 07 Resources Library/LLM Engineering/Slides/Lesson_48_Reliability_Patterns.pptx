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Reliability Patterns (retries, fallbacks, circuit breakers)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Timeouts, backoff, jitter, fallbacks, circuit breakers, idempotency, and graceful degradation for LLM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8 · Week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Set timeout and retry policies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Use backoff, jitter, fallbacks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circuit breaker logic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Design idempotent async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Reliability Patterns (retries, fallbacks, circuit breakers)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Failures are expected, not exceptional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Control blast radius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Every LLM call needs an escape plan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Fail smaller, cheaper, more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Reliability Patterns (retries, fallbacks, circuit breakers)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Timeout Budgets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Overall user-facing deadline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Allocate retrieval/model/tool/validation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timeout means queue collapse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Leave room for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Reliability Patterns (retries, fallbacks, circuit breakers)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for transient 429/5xx/timeouts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 not retry deterministic validation failures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Exponential backoff + jitter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Respect Retry-After and cap attempts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Reliability Patterns (retries, fallbacks, circuit breakers)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Fallbacks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Provider, region, or model switch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Smaller model or retrieval-only mode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Graceful degradation must be explicit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Never fallback to fabrication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Reliability Patterns (retries, fallbacks, circuit breakers)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Circuit Breakers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Closed: calls flow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Open: block unhealthy dependency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Half-open: probe recovery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Protect latency, cost, provider quotas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Reliability Patterns (retries, fallbacks, circuit breakers)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Backoff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delay = min(cap, base * 2**attempt)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delay += random_jitter(0, delay * 0.25)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simulate schedule; do not sleep in tests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Rate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Client-side quotas and token buckets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Backpressure over blind retries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Queue with deadlines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Per-tenant fairness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Reliability Patterns (retries, fallbacks, circuit breakers)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Idempotency and DLQs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Keys for side-effecting tools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Queue retry counts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Dead-letter records for replay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Never silently drop async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Reliability Patterns (retries, fallbacks, circuit breakers)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Unbounded retries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jitter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Duplicate side effects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circuit breaker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Invisible async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Reliability Patterns (retries, fallbacks, circuit breakers)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Timeout matrix + fallback tree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State fail-open vs fail-closed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Protect user trust during outages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Make provider instability bounded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Reliability Patterns (retries, fallbacks, circuit breakers)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Nygard circuit breaker pattern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AWS backoff and jitter guidance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Provider rate-limit/status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Queue + DLQ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Reliability Patterns (retries, fallbacks, circuit breakers)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