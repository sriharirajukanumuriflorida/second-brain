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 Security &amp; Governance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OWASP risks, privacy controls, RAG authorization, auditability, and enterprise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9 · Week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Map OWASP LLM risks to controls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Design PII minimization and RBAC-for-RAG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Specify audit logs and leakage filters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Connect controls to NIST, EU AI Act, SOC2/GDPR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Security &amp; Governance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Security is architecture, not one model filter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Protect prompts, retrieval, tools, outputs, logs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Governance requires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Security &amp; Governance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OWASP Threat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injection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Sensitive disclosure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Insecure output handling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Excessive agency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Vector and supply-chain weaknesses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Security &amp; Governance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Privacy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Data classification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PII redaction/pseudonymization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Retention and logging limits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Vendor DPA and training-use defaults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Security &amp; Governance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RBAC for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Authorize before retrieval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Tenant and document ACL filters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Never rely on the model to ignore forbidden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Security &amp; Governance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PII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redacted, findings = redact_pii(sample)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assert "&lt;EMAIL:" in redacted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assert "&lt;SSN:" in redacted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Audit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request id, user, model version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retrieved document ids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policy decision and reason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tool calls and output filters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Security &amp; Governance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Governance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NIST AI RMF: govern, map, measure, manage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EU AI Act: risk tier and obligations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SOC2: evidence of controls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GDPR: minimization, erasure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Security &amp; Governance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Risk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Intended/prohibited use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Data categories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Controls and owners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Incident response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Residual risk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Security &amp; Governance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Unauthorized context in prompt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Raw PII in logs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audit trail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Output filter as only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Security &amp; Governance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Clients buy trust and evidence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Security review is part of delivery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Make risk visible and owned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Security &amp; Governance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OWASP LLM Top 10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NIST AI RMF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EU AI 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GDPR and SOC2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AI Security &amp; Governance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