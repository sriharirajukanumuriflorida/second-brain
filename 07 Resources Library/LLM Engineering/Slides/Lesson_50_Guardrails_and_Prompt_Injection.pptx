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Guardrail Frameworks &amp; Indirect Prompt Injection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Defending LLM apps against hostile users, retrieved documents, unsafe tools, and leaky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9 · Week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Distinguish direct and indirect injection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input/output/tool guardrails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delimiters and spotlighting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Evaluate guardrail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Injection mixes data and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Indirect attacks hide in retrieved content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data is never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Attack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User jailbreaks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web/PDF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output poisoning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Exfiltration and destructive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Delimit and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Wrap context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Prefix as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precedence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Still not sufficient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Input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Pattern scanning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Policy classifiers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Intent allowlists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Block/escalate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scan = detect_injection(user_text + "\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" + retrieved_text)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if scan["risk"] &gt;= 0.35: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{"allow": False, "scan": scan}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 Permissioning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Allowlist by role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arguments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Confirm destructive actions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every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Output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Secret leakage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Unsafe content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Unsupported claims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NeMo Guardrails: rails and flows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 AI: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Rebuff/Lakera: injection detection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auth in app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Delimiter-only defense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Denylist-only filtering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tool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adversarial regression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 turn risk into software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matrix is a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Monitor decisions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Greshake et al. 2302.12173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NeMo Guardrails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 AI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Rebuff and Lakera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Guardrail Frameworks &amp; Indirect Prompt Injection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