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Document Ingestion &amp; Parsing (PDF/table/OCR)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Turning messy PDFs, HTML, DOCX, tables, scans, and metadata into retrieval-ready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10 · Weeks 13/20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Select parsers by file type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Preserve reading order and tables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Handle OCR confidence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Design ingestion QA for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Document Ingestion &amp; Parsing (PDF/table/OCR)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RAG quality is capped by ingestion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Documents are structured objects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Parse for chunking and retrieval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Provenance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Document Ingestion &amp; Parsing (PDF/table/OCR)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File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PDF: coordinates and layout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HTML: DOM hierarchy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DOCX: styles/headings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Scans: OCR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Document Ingestion &amp; Parsing (PDF/table/OCR)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Reading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Columns and sidebars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Headers/footers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Captions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Coordinate grouping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Document Ingestion &amp; Parsing (PDF/table/OCR)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Rows, columns, headers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Markdown vs JSON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Units and captions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Keep together during chunking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Document Ingestion &amp; Parsing (PDF/table/OCR)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Reading Order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ordered = reading_order(boxes)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print(" | ".join(b["text"] for b in ordered))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Confidence scores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Bounding boxes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Language/script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Human review thresholds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Document Ingestion &amp; Parsing (PDF/table/OCR)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Metadata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doc id and page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section path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bbox/table id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parser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Document Ingestion &amp; Parsing (PDF/table/OCR)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unstructured.io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LlamaParse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Docling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Nougat OCR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Document Ingestion &amp; Parsing (PDF/table/OCR)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Shuffled text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Broken tables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provenance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ingestion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Document Ingestion &amp; Parsing (PDF/table/OCR)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Parser choice is architecture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QA report builds trust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Tables/scans drive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Document Ingestion &amp; Parsing (PDF/table/OCR)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unstructured.io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LlamaParse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Docling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Nougat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Document Ingestion &amp; Parsing (PDF/table/OCR)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