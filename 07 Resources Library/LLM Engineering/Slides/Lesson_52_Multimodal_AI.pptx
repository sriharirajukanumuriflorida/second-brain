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Multimodal AI (VLMs, image/audio embeddings, multimodal RAG)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Vision-language models, contrastive embeddings, audio, document VQA, and retrieval across modalities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10 · Weeks 09/20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Explain CLIP-style alignment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Differentiate VLMs, captions, OCR, STT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Design multimodal RAG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Evaluate image/audio retrieval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Core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Evidence is not always 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Modalities need representations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Shared spaces enable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Reasoning layer grounds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CLIP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Image encoder + text encoder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Normalize vectors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Maximize matched cosine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Minimize mismatches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VLMs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Vision encoder + LLM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Document VQA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Screenshots and charts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Instruction-following over pixels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Whisper-style STT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Audio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Timestamps and speaker 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Cosine Alignment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cosine(a, b):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float(np.dot(normalize(a), normalize(b)))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Multimodal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Index text, images, captions, transcripts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Late fusion or shared space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Cite pages, regions, timestamps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Cache expensive media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Convert to text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Direct media embeddings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VLM reasoning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Hybrid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Image retrieval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Document VQA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Chart QA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Transcript 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Caption over-trust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Small text errors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region provenance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Text-only evals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Enterprise data is multimodal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Architecture choice matters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Citation format is a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CLIP 2103.00020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LLaVA 2304.08485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Whisper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GPT-4V-style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Multimodal AI (VLMs, image/audio embeddings, multimodal RAG)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