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Framework / Ecosystem Literacy (LangChain vs LlamaIndex vs LangGraph vs DSPy)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Choosing between raw SDKs, integration frameworks, RAG frameworks, stateful graphs, and prompt optimizers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11 · Cross-cutting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Compare LangChain, LlamaIndex, LangGraph, DSPy, Haystack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Choose raw SDK vs framework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Reason about lock-in and control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adapter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Framework / Ecosystem Literacy (LangChain vs LlamaIndex vs LangGraph vs DSPy)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Frameworks buy velocity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Abstractions can hide control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Fit to the hard part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Keep escape hatches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Framework / Ecosystem Literacy (LangChain vs LlamaIndex vs LangGraph vs DSPy)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Raw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Maximum control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Low dependency risk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Build orchestration yourself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Best for simple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Framework / Ecosystem Literacy (LangChain vs LlamaIndex vs LangGraph vs DSPy)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LangChain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Broad integrations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Chains/tools/agents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Fast prototypes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Watch abstraction churn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Framework / Ecosystem Literacy (LangChain vs LlamaIndex vs LangGraph vs DSPy)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LlamaIndex and Haystack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Data connectors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Indexes and retrievers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RAG pipelines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Search heritage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Framework / Ecosystem Literacy (LangChain vs LlamaIndex vs LangGraph vs DSPy)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Selector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if needs.get("rag_heavy"):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"LlamaIndex"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if needs.get("stateful_agent"):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"LangGraph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machines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Durable agent workflows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Checkpoints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Human-in-loop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Framework / Ecosystem Literacy (LangChain vs LlamaIndex vs LangGraph vs DSPy)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DSPy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Signatures and modules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optimization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Requires metrics/examples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Less hand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Framework / Ecosystem Literacy (LangChain vs LlamaIndex vs LangGraph vs DSPy)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Tradeoffs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Velocity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Control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Lock-in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Framework / Ecosystem Literacy (LangChain vs LlamaIndex vs LangGraph vs DSPy)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Framework-first design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Hidden prompts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adapter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Agent for deterministic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Framework / Ecosystem Literacy (LangChain vs LlamaIndex vs LangGraph vs DSPy)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Give clients decision memos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Stack affects maintainability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Boundaries are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Framework / Ecosystem Literacy (LangChain vs LlamaIndex vs LangGraph vs DSPy)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LangChain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LlamaIndex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LangGraph docs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DSPy and Haystack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Framework / Ecosystem Literacy (LangChain vs LlamaIndex vs LangGraph vs DSPy)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