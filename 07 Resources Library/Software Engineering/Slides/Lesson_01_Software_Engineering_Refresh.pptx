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Software Engineering Refresh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Clean code, SOLID, patterns, modularity, errors, logs, tests, git, and delivery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Software Engineering · Week 01 · Week 01 — Software Engineering Refresh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Use clean-code heuristics to preserve intent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Apply SOLID as change-containment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basic patterns and boundaries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errors, logs, tests, and CI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Software engineering makes change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Clean code reduces local cognitive load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SOLID/patterns reduce coupling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Tests/logs/CI create feedback loops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FDE goal: reversible, observable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Clean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Names reveal domain intent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functions at one abstraction level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Prefer explicit flow over hidden mutation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Comment why, not what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 only when the seam has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SOLID as Gauges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SRP: one reason to change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OCP: extend at frequent variation seams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LSP: substitutes obey same contract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ISP: narrow client-specific interfaces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DIP: policy independent from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Patterns Worth Remembering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Strategy: interchangeable policies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Adapter: external API wrapper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Factory: construction in one place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Facade: simpler subsystem entrypoint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Observer/Event Bus: decoupled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DIP 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class Pricer: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def __init__(self, discount_policy):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self.policy = discount_policy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def total(self, order):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return order.subtotal - self.policy.discount(order)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Domain orchestration depends on a policy port,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not the CRM, database, or payment provider.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Architecture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Separate domain, application, adapters, presentation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Dependencies point inward to stable policy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External services live behind ports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Boundary leaks make tests slow and brittle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Errors and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Separate domain failures, bugs, infra faults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Wrap errors at boundaries; preserve causes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broad swallow-and-continue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Structured events with request/customer/dependency fields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Logs should answer incident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Unit: pure rules and edge cases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Contract: interface behavior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Integration: real adapters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E2E: few critical journeys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Fast deterministic tests earn developer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Git and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PRs, meaningful commits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Trunk-friendly branches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 runs lint/test/build on every change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once, promote artifacts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 small; rollback quickly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Domain imports infrastructure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Swallowed exceptions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Unstructured logs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Slow flaky test pyramid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 demos become production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Boundaries let integrations change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Observability explains behavior under pressure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Deliverable: tested, logged, deployable slice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Optimize for reversible, observable change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SOLID/patterns at real seams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 errors/logs/tests/CI as product features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Boring fundamentals make AI systems shippable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Software Engineering Refresh ·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