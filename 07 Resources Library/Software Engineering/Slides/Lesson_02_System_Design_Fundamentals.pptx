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Design Fundamentals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Architectures and reliability primitives: layers, ports, services, events, queues, caches, rate limits, and failure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Software Engineering · Week 02 · Week 02 — System Design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Trace client-server and layered request flow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hexagonal boundaries and service tradeoffs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Reason about queues, events, caches, limits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for reliability and fault tolerance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System design is tradeoff management under load/failure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Name boundaries, data ownership, communication paths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synchronous vs asynchronous intentionally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 primitive moves complexity somewhere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Client-Server and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Clients express intent over a protocol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Servers enforce policy and own data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Layers: API, application, domain, infrastructure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Sequence diagrams reveal latency and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Hexagonal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Core policy in the center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Input ports = use cases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Output ports = needed capabilities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Adapters: HTTP, DB, queues, vendors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Great for FDE prototype-to-production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Microservices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Pros: independent deploy, scale, ownership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Cons: latency, versioning, observability, transactions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Shared DB + one team = distributed monolith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Modular monolith first is often senior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Events and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Events publish facts that happened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Queues decouple time and smooth bursts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Assume at-least-once delivery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Need idempotency, DLQ, ordering, lag metrics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Events are not RPC with worse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Token Bucket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if tokens &gt;= cost: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tokens -= cost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allow()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else: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reject(retry_after)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capacity permits bursts;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refill rate enforces sustained throughput.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Lower latency and backend load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Patterns: cache-aside, read-through, write-through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Decide TTL, invalidation, key shape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against stampedes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hit rate and stale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Rate Limiting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scarce shared resources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Token bucket: burst + sustained rate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Fixed window: simple but boundary bursts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Limit by user, tenant, route, dependency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Return clear retry-after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Reliability Primitives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Timeouts shorter than caller deadlines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Retries with budget and jitter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Circuit breakers stop known-bad calls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Bulkheads isolate capacity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Graceful degradation is a product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Boxes without sequences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Distributed monolith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Events as RPC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Retry storms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Stale caches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Global noisy-neighbor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from client workflow and failure path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Queues/caches protect expensive AI calls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Architecture review must state tradeoffs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 operations story with runnable slice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Architecture chooses failure modes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Boundaries and data ownership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Async, cache, and limit intentionally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Reliability primitives need explicit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System Design Fundamentals ·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