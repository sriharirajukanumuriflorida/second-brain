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Data Structures, Algorithms &amp; Complexity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Choosing arrays, maps, trees, graphs, stacks, queues, search, sorting, and Big-O tradeoffs under real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Software Engineering · Week 03 · Week 03 — Data Structures, Algorithms &amp; Complexity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Choose arrays, maps, stacks, queues, trees, and graphs by operation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Reason about Big-O time and space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search/traversal basics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memory-vs-speed tradeoffs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Data Structures, Algorithms &amp; Complexity · Software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Data structures shape constraints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Algorithms are cost models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Pick representation by access pattern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Big-O predicts growth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Benchmarks validate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Data Structures, Algorithms &amp; Complexity · Software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Big-O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O(1): constant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O(log n): halving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O(n): scan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O(n log n): comparison sort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O(n^2): all pairs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Data Structures, Algorithms &amp; Complexity · Software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Arrays and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Compact storage and fast scans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O(1) index access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Middle inserts/deletes shift elements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Great cache locality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Often best for tiny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Data Structures, Algorithms &amp; Complexity · Software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Hash Maps and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Average O(1) key lookup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Spend memory for speed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Great for joins, dedupe, membership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Need correct stable keys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Beware unbounded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Data Structures, Algorithms &amp; Complexity · Software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Stacks and Queues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Stack = LIFO, DFS, undo, parsing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Queue = FIFO, BFS, jobs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Order discipline encodes semantics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Bounded queues reveal backpressure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Data Structures, Algorithms &amp; Complexity · Software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BFS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seen = {start}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queue = deque([start])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while queue: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node = queue.popleft()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for nxt in graph[node]: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if nxt not in seen: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    seen.add(nxt)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    queue.append(nxt)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Trees, Heaps,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Trees: hierarchy and ordered search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Heaps: priority push/pop O(log n)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Graphs: arbitrary relationships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Adjacency list for sparse graphs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Adjacency matrix costs O(V^2)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Data Structures, Algorithms &amp; Complexity · Software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Search and Sort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Linear search: simple and often fine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Binary search: sorted data -&gt; O(log n)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Sorting builds structure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Timsort exploits partial order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 not sort every request if index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Data Structures, Algorithms &amp; Complexity · Software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Memory vs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Indexes and caches buy time with memory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Memoization stores prior work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Precompute for repeated reads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Track staleness and invalidation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Capacity is part of 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Data Structures, Algorithms &amp; Complexity · Software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Nested-loop joins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Binary search unsorted data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Recursive traversal on unbounded depth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Graph cycles without visited set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Big-O claims without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Data Structures, Algorithms &amp; Complexity · Software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Client data is often messy and relational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small index can rescue a workflow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latency/memory/freshness tradeoffs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 complexity plus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Data Structures, Algorithms &amp; Complexity · Software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Make the common operation cheap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Spend memory intentionally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Big-O for growth risk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realistic tiny and expected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Data Structures, Algorithms &amp; Complexity · Software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