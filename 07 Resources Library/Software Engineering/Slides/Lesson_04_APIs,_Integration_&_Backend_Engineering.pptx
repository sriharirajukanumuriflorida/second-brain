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APIs, Integration &amp; Backend Engineering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REST APIs, contracts, auth, uploads, background jobs, async processing, versioning, databases, and SQL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04 · Week 04 — APIs, Integration &amp; Backend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REST resources and contracts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Separate validation, AuthN, and AuthZ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background jobs for slow work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Query state safely with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 API is a promise at a boundary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Shape, behavior, security, latency, evolution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Backend discipline makes integrations predictable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contract needs an operations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REST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URLs are resources/nouns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GET reads; POST creates/starts work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PUT replaces; PATCH updates; DELETE removes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Status codes are part of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Request/Response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schemas at the edge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Reject malformed input early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Stable response models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Consistent error envelope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Examples become client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FastAPI Handler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Request model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 dependency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Application service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Response model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Same architecture works without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AuthN vs AuthZ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AuthN: who is calling?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AuthZ: what may they do?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 token can still be forbidden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Check tenant/resource/action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Handler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handler(payload, token):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request = validate(payload)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principal = authenticate(token)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authorize(principal, request.resource, "write")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result = service.execute(request)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to_response(result)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Uploads and Background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Validate and stage upload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Create job record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Return 202 + job_id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Worker processes and updates status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 polls or receives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Async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Concurrency around waiting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magic CPU acceleration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Needs idempotency and retry policy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Track queued/running/done/failed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Dead-letter poison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SQL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Tables, rows,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SELECT/WHERE/JOIN/GROUP BY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Parameterized queries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Transactions for multi-step changes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Indexes for lookup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additive changes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Tolerant clients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Explicit versions for semantic breaks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Deprecation windows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Coordinate API and DB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Ad-hoc errors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resource-level AuthZ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Slow work in request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String-built SQL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Breaking clients silently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Contracts are client deliverables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 clarity builds enterprise trust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uploads/indexing need jobs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API slice plus failure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APIs, Integration &amp; Backend Engineering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