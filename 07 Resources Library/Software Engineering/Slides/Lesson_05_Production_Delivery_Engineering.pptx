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Production Delivery Engineering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CI/CD, trunk-based delivery, release automation, quality gates, security scans, feature flags, and deployment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Software Engineering · Week 01+ · Week 01+ — Production Delivery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Design CI/CD as production policy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Place quality/security gates at the right feedback tier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Choose trunk/GitFlow, versioning, and repo topology intentionally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feature flags and progressive delivery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Production Delivery Engineering · Software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Delivery engineering reduces change risk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Build once, scan once, promote the same artifact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Deploy bits separately from releasing behavior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Small reversible changes beat heroic releases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Production Delivery Engineering · Software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Production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GitHub Actions matrix for Python 3.11/3.12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Dependency cache keyed by lockfile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Required checks: lint type test scan build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Artifact upload + environment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Production Delivery Engineering · Software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GitHub Actions Shape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permissions: {contents: read}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strategy: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matrix: {python-version: ['3.11', '3.12']}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steps: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- run: ruff check . &amp;&amp; black --check . &amp;&amp; mypy src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- run: pytest --cov=src --cov-fail-under=85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- run: bandit -r src &amp;&amp; pip-audit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Pre-Commit vs 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Pre-commit: ruff, black, mypy smoke, trufflehog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 CI: clean env, tests, SAST/SCA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Nightly: mutmut, broad e2e, deep scans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Release: promote artifact, approvals, smoke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Production Delivery Engineering · Software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Branch and PR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Trunk-based: short branches, flags, continuous integration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GitFlow: release trains/backports/regulatory packages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 target: one concern, roughly 300-500 lines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Merge within 24-48 hours when possible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Production Delivery Engineering · Software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Versioning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Semantic Versioning communicates compatibility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Conventional Commits drive changelog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Release Please opens release PR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Internal apps still tag SHA + release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Production Delivery Engineering · Software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Coverage and Mutation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Coverage gate catches untested files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Mutation score checks assertion strength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85% coverage can still be weak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Run mutmut selectively/nightly for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Production Delivery Engineering · Software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Security in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Bandit for Python SAST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pip-audit for vulnerable dependencies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Dependabot/Renovate for update PRs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Secret scanning before and after push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Production Delivery Engineering · Software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Feature Flags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Deploy dormant code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Release by tenant/user/percentage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Need kill switch, audit log, owner, expiry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Stable hashing prevents user flapping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Production Delivery Engineering · Software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Deployment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Rolling: simple stateless default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Blue/green: fast rollback, 2x capacity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Canary: 1-5% then ramp with SLO guardrails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Flags control behavior, deploy controls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Production Delivery Engineering · Software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Floating dependencies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Leaked secrets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Weak tests despite coverage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Long-lived branches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Stale flags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Canary without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Production Delivery Engineering · Software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Client asks what is running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Flags make pilots safe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SCA/SAST satisfy enterprise review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Contracts protect tool/API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Production Delivery Engineering · Software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