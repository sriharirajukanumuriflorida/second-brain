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Distributed Systems Reality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Consistency, idempotency, outbox, sagas, circuit breakers, backpressure, cache stampede defense, consistent hashing, and capacity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Software Engineering · Week 02+ · Week 02+ — Distributed Systems Reality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Name consistency guarantees that users feel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Implement idempotency and reliable event publishing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saga, CQRS, and event-sourcing patterns carefully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overload protection and capacity 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Partial failures pretend to be one product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for duplicate/delayed/reordered work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Contracts beat hope during incidents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retry needs a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CAP and PACELC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CAP: partition forces consistency vs availability choice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PACELC: Else latency vs consistency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Spanner pays coordination for consistency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DynamoDB/Cassandra expose tunable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Consistency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Strong: latest committed value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Eventual: converge later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Causal: preserve cause before effect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Read-your-writes and monotonic reads often matter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Idempotency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Store key, parameter hash, status, body, expiry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Return cached response on duplicate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409 on same key different params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TTL follows retry/audit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Outbox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Write business row + outbox in one transaction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Relay publishes to Kafka/SQS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At-least-once publish remains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Consumers must dedupe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Sagas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Step plus compensating action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Choreography: event-driven but trace harder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Orchestration: central state and timeout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compensation means impossible business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CQRS and Event Sourcing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CQRS when read/write shapes diverge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Event sourcing for audit and replay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Costs: schema evolution, deletion, operational complexity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 not use for fashion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Circuit Breaker States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closed -&gt; calls dependency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failures &gt;= threshold -&gt; open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open -&gt; fail fast during cooldown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cooldown elapsed -&gt; half-open probe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probe success -&gt; closed; failure -&gt; open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Backpressure and Load Shedding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Token bucket: rate plus burst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Credit-based: consumer advertises capacity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Bounded queues reveal overload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429/503 beats collapsing p99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Cache Stampede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Hot key expires, thousands recompute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single-flight/request coalescing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Jitter TTLs and refresh early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Serve stale while revalidating when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Capacity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QPS × payload = bandwidth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events/day × bytes = storage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arrival × service time = concurrency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p99 budget must include worst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Idempotency for LLM tool retries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Breakers around model providers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Outbox for audit/eval/client sync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Capacity math for tokens and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Distributed Systems Reality ·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