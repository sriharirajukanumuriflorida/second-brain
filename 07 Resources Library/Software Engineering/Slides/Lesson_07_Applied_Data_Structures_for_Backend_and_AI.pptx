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Applied Data Structures for Backend and AI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Production data structures behind retrieval, caches, databases, routing, streaming analytics, and distributed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03+ · Week 03+ — Applied Data Structures for Backend and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production data structures by access pattern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sketch error and cache eviction tradeoffs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heap top-k for retrieval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Compare B-tree, LSM-tree, and Merkle repair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Production DSA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textbook taxonomy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shapes for latency, memory, correctness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Exact vs approximate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Maintained per request vs continuously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structure has an ops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Heap Top-K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Full sort: O(n log 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Heap top-k: O(n log k)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 rerank and schedulers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Best when k &lt;&lt; 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Tie behavior still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Trie and Radix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Prefix lookup by key length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Routers, autocomplete, IP prefixes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Radix compression reduces pointer overhead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Exact lookup may prefer hash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Bloom and Cuckoo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false negatives for Bloom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False positives are tunable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Counting Bloom supports deletes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Cuckoo filter supports deletion with fingerprints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Never security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Sketches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Count-Min Sketch: heavy hitters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HLL: unique counts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Fixed memory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Validate against exact samples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Publish error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Heap Top-K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heapq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winners = heapq.nlargest(k, zip(scores, doc_ids))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return [(doc, score) for score, doc in winners]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Cache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LRU: recency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LFU: frequency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ARC: adaptive recency/frequency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TinyLFU: sketch-based admission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Scans can poison naive caches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Consistent Hashing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Stable key placement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Adding node moves about 1/N keys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Virtual nodes smooth balance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Hot keys still need special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B-Tree vs LSM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B-tree: read/range friendly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LSM: write friendly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Compaction creates debt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Read amplification vs write amplification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by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Merkle and Skip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Merkle trees compare ranges by hash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Git and Dynamo anti-entropy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Skip lists give ordered probabilistic levels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Redis sorted-set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Approximate auth decisions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Full sort in hot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Cache scan pollution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Shard rebalance storms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LSM compaction cliffs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is a data-structure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Ingestion needs dedupe and sketches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Schedulers and caches protect tenants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Storage choice becomes SLA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Applied Data Structures for Backend and AI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