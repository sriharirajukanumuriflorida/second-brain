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Production API and Backend Patterns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Contract-first APIs, auth tokens, idempotency, pagination, concurrency control, retries, tracing, and database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Software Engineering · Week 04+ · Week 04+ — Production API and Backend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Design contract-first APIs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Verify OAuth2/OIDC tokens and scopes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idempotency, cursors, ETags, and rate limits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Trace and retry backend calls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API and Backend Patterns · Software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Production API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Contract plus control plane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Schema, auth, limits, retries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Transactions and observability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Every endpoint is a distributed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API and Backend Patterns · Software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OpenAPI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OpenAPI 3.1 + JSON Schema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Generated clients and tests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Examples become fixtures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Contract diffs in CI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Stable error 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API and Backend Patterns · Software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Pydantic v2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BaseModel request/response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Field constraints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extra='forbid'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Separate DB and API models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422 is part of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API and Backend Patterns · Software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OAuth2 and OIDC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Auth Code + PKCE for users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Client Credentials for services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OIDC adds identity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JWT vs opaque token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Refresh-token rotation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API and Backend Patterns · Software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Authorization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RBAC: roles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ABAC: attributes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Tenant/resource/action checks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Scopes for tool endpoints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policy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API and Backend Patterns · Software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JWT Verification Skeleton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claims = jwt.decode(token, key,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algorithms=['HS256'],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audience='llm-jobs-api',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issuer='https://issuer')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require_scope(claims, 'jobs:write')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Safe Writes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Idempotency-Key stores first response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Body mismatch returns 409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202 + job_id for slow work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Prevents duplicate side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API and Backend Patterns · Software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Pagination and ETags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Offset for small static admin views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Cursor for large mutable lists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Opaque cursor over stable order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If-None-Match for cache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If-Match for optimistic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API and Backend Patterns · Software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Rate Limits and Retries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Per API key / tenant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X-RateLimit-* headers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Retry 429/503, not 4xx validation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Exponential backoff + jitter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Respect Retry-After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API and Backend Patterns · Software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OpenTelemetry spans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Request-id propagation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Attributes: route, tenant, status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 pipeline visibility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Debug p95/p99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API and Backend Patterns · Software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Database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N+1 saturates pools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Transactions and isolation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Optimistic version columns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Pessimistic locks for hot rows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Pool size is a capacity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API and Backend Patterns · Software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JWT scopes for AI tools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Idempotent LLM jobs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Cursor embedding results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RAG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Production API and Backend Patterns · Software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